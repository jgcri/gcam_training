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3" r:id="rId1"/>
  </p:sldMasterIdLst>
  <p:notesMasterIdLst>
    <p:notesMasterId r:id="rId63"/>
  </p:notesMasterIdLst>
  <p:handoutMasterIdLst>
    <p:handoutMasterId r:id="rId64"/>
  </p:handoutMasterIdLst>
  <p:sldIdLst>
    <p:sldId id="260" r:id="rId2"/>
    <p:sldId id="333" r:id="rId3"/>
    <p:sldId id="319" r:id="rId4"/>
    <p:sldId id="1275" r:id="rId5"/>
    <p:sldId id="309" r:id="rId6"/>
    <p:sldId id="289" r:id="rId7"/>
    <p:sldId id="1284" r:id="rId8"/>
    <p:sldId id="332" r:id="rId9"/>
    <p:sldId id="1276" r:id="rId10"/>
    <p:sldId id="331" r:id="rId11"/>
    <p:sldId id="2449" r:id="rId12"/>
    <p:sldId id="1294" r:id="rId13"/>
    <p:sldId id="1139" r:id="rId14"/>
    <p:sldId id="258" r:id="rId15"/>
    <p:sldId id="1192" r:id="rId16"/>
    <p:sldId id="2415" r:id="rId17"/>
    <p:sldId id="345" r:id="rId18"/>
    <p:sldId id="1186" r:id="rId19"/>
    <p:sldId id="315" r:id="rId20"/>
    <p:sldId id="367" r:id="rId21"/>
    <p:sldId id="1141" r:id="rId22"/>
    <p:sldId id="2423" r:id="rId23"/>
    <p:sldId id="2414" r:id="rId24"/>
    <p:sldId id="2424" r:id="rId25"/>
    <p:sldId id="2433" r:id="rId26"/>
    <p:sldId id="305" r:id="rId27"/>
    <p:sldId id="2441" r:id="rId28"/>
    <p:sldId id="2436" r:id="rId29"/>
    <p:sldId id="627" r:id="rId30"/>
    <p:sldId id="272" r:id="rId31"/>
    <p:sldId id="1001" r:id="rId32"/>
    <p:sldId id="965" r:id="rId33"/>
    <p:sldId id="2437" r:id="rId34"/>
    <p:sldId id="626" r:id="rId35"/>
    <p:sldId id="613" r:id="rId36"/>
    <p:sldId id="2438" r:id="rId37"/>
    <p:sldId id="2444" r:id="rId38"/>
    <p:sldId id="2445" r:id="rId39"/>
    <p:sldId id="2446" r:id="rId40"/>
    <p:sldId id="2442" r:id="rId41"/>
    <p:sldId id="2447" r:id="rId42"/>
    <p:sldId id="1279" r:id="rId43"/>
    <p:sldId id="1289" r:id="rId44"/>
    <p:sldId id="291" r:id="rId45"/>
    <p:sldId id="1290" r:id="rId46"/>
    <p:sldId id="301" r:id="rId47"/>
    <p:sldId id="261" r:id="rId48"/>
    <p:sldId id="262" r:id="rId49"/>
    <p:sldId id="263" r:id="rId50"/>
    <p:sldId id="264" r:id="rId51"/>
    <p:sldId id="1291" r:id="rId52"/>
    <p:sldId id="1292" r:id="rId53"/>
    <p:sldId id="1293" r:id="rId54"/>
    <p:sldId id="2431" r:id="rId55"/>
    <p:sldId id="2432" r:id="rId56"/>
    <p:sldId id="2429" r:id="rId57"/>
    <p:sldId id="2430" r:id="rId58"/>
    <p:sldId id="1035" r:id="rId59"/>
    <p:sldId id="2443" r:id="rId60"/>
    <p:sldId id="2426" r:id="rId61"/>
    <p:sldId id="2434" r:id="rId62"/>
  </p:sldIdLst>
  <p:sldSz cx="14630400" cy="8229600"/>
  <p:notesSz cx="6858000" cy="9144000"/>
  <p:defaultTex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B3B3B3"/>
    <a:srgbClr val="719500"/>
    <a:srgbClr val="007836"/>
    <a:srgbClr val="BE0F34"/>
    <a:srgbClr val="820150"/>
    <a:srgbClr val="502D7F"/>
    <a:srgbClr val="00338E"/>
    <a:srgbClr val="0081AB"/>
    <a:srgbClr val="758F9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DD8C1B-6D11-260E-E48B-6600A1E51D40}" v="2" dt="2025-06-02T18:01:34.604"/>
    <p1510:client id="{553BA4EC-1F17-D0CF-3294-73CF636C0D35}" v="353" dt="2025-06-03T14:55:35.916"/>
    <p1510:client id="{56B03F3E-0DA9-C7C8-8CCA-E96C01CADEE5}" v="175" dt="2025-06-03T10:23:12.088"/>
    <p1510:client id="{5E2ADF12-9EC1-4D8E-91A8-E702CC112926}" v="341" dt="2025-06-03T13:04:44.013"/>
    <p1510:client id="{635F43BB-07FA-ECC6-2047-B9CB006F0E8A}" v="12" dt="2025-06-03T03:57:31.547"/>
    <p1510:client id="{B4C11ED8-9DD3-0040-B776-B3027AFFAE67}" v="69" dt="2025-06-03T17:03:43.871"/>
    <p1510:client id="{C6F88DA7-2D88-F95E-43E9-0E52740D8C9B}" v="277" dt="2025-06-03T16:45:54.086"/>
    <p1510:client id="{EEABDCBC-9747-105C-8B80-1E6045CDB344}" v="13" dt="2025-06-03T16:50:42.3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o, Xin" userId="S::xin.zhao@pnnl.gov::384317b9-971a-4c78-9ca2-d446b555894d" providerId="AD" clId="Web-{C6F88DA7-2D88-F95E-43E9-0E52740D8C9B}"/>
    <pc:docChg chg="delSld modSld">
      <pc:chgData name="Zhao, Xin" userId="S::xin.zhao@pnnl.gov::384317b9-971a-4c78-9ca2-d446b555894d" providerId="AD" clId="Web-{C6F88DA7-2D88-F95E-43E9-0E52740D8C9B}" dt="2025-06-03T16:45:54.086" v="237"/>
      <pc:docMkLst>
        <pc:docMk/>
      </pc:docMkLst>
      <pc:sldChg chg="modSp">
        <pc:chgData name="Zhao, Xin" userId="S::xin.zhao@pnnl.gov::384317b9-971a-4c78-9ca2-d446b555894d" providerId="AD" clId="Web-{C6F88DA7-2D88-F95E-43E9-0E52740D8C9B}" dt="2025-06-03T16:32:29.405" v="206" actId="20577"/>
        <pc:sldMkLst>
          <pc:docMk/>
          <pc:sldMk cId="3407375096" sldId="2436"/>
        </pc:sldMkLst>
        <pc:spChg chg="mod">
          <ac:chgData name="Zhao, Xin" userId="S::xin.zhao@pnnl.gov::384317b9-971a-4c78-9ca2-d446b555894d" providerId="AD" clId="Web-{C6F88DA7-2D88-F95E-43E9-0E52740D8C9B}" dt="2025-06-03T16:32:29.405" v="206" actId="20577"/>
          <ac:spMkLst>
            <pc:docMk/>
            <pc:sldMk cId="3407375096" sldId="2436"/>
            <ac:spMk id="4" creationId="{3614A67D-5B55-624F-BC79-738489559594}"/>
          </ac:spMkLst>
        </pc:spChg>
      </pc:sldChg>
      <pc:sldChg chg="modSp">
        <pc:chgData name="Zhao, Xin" userId="S::xin.zhao@pnnl.gov::384317b9-971a-4c78-9ca2-d446b555894d" providerId="AD" clId="Web-{C6F88DA7-2D88-F95E-43E9-0E52740D8C9B}" dt="2025-06-03T16:09:34.250" v="136" actId="20577"/>
        <pc:sldMkLst>
          <pc:docMk/>
          <pc:sldMk cId="3052772682" sldId="2442"/>
        </pc:sldMkLst>
        <pc:spChg chg="mod">
          <ac:chgData name="Zhao, Xin" userId="S::xin.zhao@pnnl.gov::384317b9-971a-4c78-9ca2-d446b555894d" providerId="AD" clId="Web-{C6F88DA7-2D88-F95E-43E9-0E52740D8C9B}" dt="2025-06-03T16:09:34.250" v="136" actId="20577"/>
          <ac:spMkLst>
            <pc:docMk/>
            <pc:sldMk cId="3052772682" sldId="2442"/>
            <ac:spMk id="3" creationId="{00000000-0000-0000-0000-000000000000}"/>
          </ac:spMkLst>
        </pc:spChg>
      </pc:sldChg>
      <pc:sldChg chg="modSp">
        <pc:chgData name="Zhao, Xin" userId="S::xin.zhao@pnnl.gov::384317b9-971a-4c78-9ca2-d446b555894d" providerId="AD" clId="Web-{C6F88DA7-2D88-F95E-43E9-0E52740D8C9B}" dt="2025-06-03T16:33:55.422" v="236" actId="20577"/>
        <pc:sldMkLst>
          <pc:docMk/>
          <pc:sldMk cId="3069003189" sldId="2444"/>
        </pc:sldMkLst>
        <pc:spChg chg="mod">
          <ac:chgData name="Zhao, Xin" userId="S::xin.zhao@pnnl.gov::384317b9-971a-4c78-9ca2-d446b555894d" providerId="AD" clId="Web-{C6F88DA7-2D88-F95E-43E9-0E52740D8C9B}" dt="2025-06-03T16:33:55.422" v="236" actId="20577"/>
          <ac:spMkLst>
            <pc:docMk/>
            <pc:sldMk cId="3069003189" sldId="2444"/>
            <ac:spMk id="4" creationId="{4BFE5721-1A48-B74F-B14C-3263A77C16D5}"/>
          </ac:spMkLst>
        </pc:spChg>
      </pc:sldChg>
      <pc:sldChg chg="modSp">
        <pc:chgData name="Zhao, Xin" userId="S::xin.zhao@pnnl.gov::384317b9-971a-4c78-9ca2-d446b555894d" providerId="AD" clId="Web-{C6F88DA7-2D88-F95E-43E9-0E52740D8C9B}" dt="2025-06-03T15:58:24.789" v="15" actId="14100"/>
        <pc:sldMkLst>
          <pc:docMk/>
          <pc:sldMk cId="526299726" sldId="2445"/>
        </pc:sldMkLst>
        <pc:spChg chg="mod">
          <ac:chgData name="Zhao, Xin" userId="S::xin.zhao@pnnl.gov::384317b9-971a-4c78-9ca2-d446b555894d" providerId="AD" clId="Web-{C6F88DA7-2D88-F95E-43E9-0E52740D8C9B}" dt="2025-06-03T15:58:14.367" v="13" actId="20577"/>
          <ac:spMkLst>
            <pc:docMk/>
            <pc:sldMk cId="526299726" sldId="2445"/>
            <ac:spMk id="8" creationId="{F80F28FF-E708-3EE0-3018-E162EE005443}"/>
          </ac:spMkLst>
        </pc:spChg>
        <pc:spChg chg="mod">
          <ac:chgData name="Zhao, Xin" userId="S::xin.zhao@pnnl.gov::384317b9-971a-4c78-9ca2-d446b555894d" providerId="AD" clId="Web-{C6F88DA7-2D88-F95E-43E9-0E52740D8C9B}" dt="2025-06-03T15:57:34.210" v="9" actId="1076"/>
          <ac:spMkLst>
            <pc:docMk/>
            <pc:sldMk cId="526299726" sldId="2445"/>
            <ac:spMk id="9" creationId="{CD7351FD-E42A-DE43-CDDF-65D32AF6E1BA}"/>
          </ac:spMkLst>
        </pc:spChg>
        <pc:spChg chg="mod">
          <ac:chgData name="Zhao, Xin" userId="S::xin.zhao@pnnl.gov::384317b9-971a-4c78-9ca2-d446b555894d" providerId="AD" clId="Web-{C6F88DA7-2D88-F95E-43E9-0E52740D8C9B}" dt="2025-06-03T15:58:24.789" v="15" actId="14100"/>
          <ac:spMkLst>
            <pc:docMk/>
            <pc:sldMk cId="526299726" sldId="2445"/>
            <ac:spMk id="10" creationId="{9D40AE64-2D34-C52B-EAD8-390E86696207}"/>
          </ac:spMkLst>
        </pc:spChg>
      </pc:sldChg>
      <pc:sldChg chg="modSp">
        <pc:chgData name="Zhao, Xin" userId="S::xin.zhao@pnnl.gov::384317b9-971a-4c78-9ca2-d446b555894d" providerId="AD" clId="Web-{C6F88DA7-2D88-F95E-43E9-0E52740D8C9B}" dt="2025-06-03T16:06:16.700" v="119" actId="20577"/>
        <pc:sldMkLst>
          <pc:docMk/>
          <pc:sldMk cId="651664441" sldId="2447"/>
        </pc:sldMkLst>
        <pc:spChg chg="mod">
          <ac:chgData name="Zhao, Xin" userId="S::xin.zhao@pnnl.gov::384317b9-971a-4c78-9ca2-d446b555894d" providerId="AD" clId="Web-{C6F88DA7-2D88-F95E-43E9-0E52740D8C9B}" dt="2025-06-03T16:06:16.700" v="119" actId="20577"/>
          <ac:spMkLst>
            <pc:docMk/>
            <pc:sldMk cId="651664441" sldId="2447"/>
            <ac:spMk id="4" creationId="{1F694F7A-157C-CB39-243E-F2054314F2BB}"/>
          </ac:spMkLst>
        </pc:spChg>
      </pc:sldChg>
      <pc:sldChg chg="del">
        <pc:chgData name="Zhao, Xin" userId="S::xin.zhao@pnnl.gov::384317b9-971a-4c78-9ca2-d446b555894d" providerId="AD" clId="Web-{C6F88DA7-2D88-F95E-43E9-0E52740D8C9B}" dt="2025-06-03T16:45:54.086" v="237"/>
        <pc:sldMkLst>
          <pc:docMk/>
          <pc:sldMk cId="2280077998" sldId="2448"/>
        </pc:sldMkLst>
      </pc:sldChg>
    </pc:docChg>
  </pc:docChgLst>
  <pc:docChgLst>
    <pc:chgData name="Graham, Neal T" userId="S::neal.graham@pnnl.gov::c19a707a-7e06-4439-aeb8-f47cf54231fa" providerId="AD" clId="Web-{6EA13D72-25D7-A5C4-6E2F-D3BCDB8F9C7C}"/>
    <pc:docChg chg="modSld">
      <pc:chgData name="Graham, Neal T" userId="S::neal.graham@pnnl.gov::c19a707a-7e06-4439-aeb8-f47cf54231fa" providerId="AD" clId="Web-{6EA13D72-25D7-A5C4-6E2F-D3BCDB8F9C7C}" dt="2025-06-02T16:33:32.799" v="37" actId="20577"/>
      <pc:docMkLst>
        <pc:docMk/>
      </pc:docMkLst>
      <pc:sldChg chg="modSp">
        <pc:chgData name="Graham, Neal T" userId="S::neal.graham@pnnl.gov::c19a707a-7e06-4439-aeb8-f47cf54231fa" providerId="AD" clId="Web-{6EA13D72-25D7-A5C4-6E2F-D3BCDB8F9C7C}" dt="2025-06-02T16:33:32.799" v="37" actId="20577"/>
        <pc:sldMkLst>
          <pc:docMk/>
          <pc:sldMk cId="1880193496" sldId="319"/>
        </pc:sldMkLst>
        <pc:spChg chg="mod">
          <ac:chgData name="Graham, Neal T" userId="S::neal.graham@pnnl.gov::c19a707a-7e06-4439-aeb8-f47cf54231fa" providerId="AD" clId="Web-{6EA13D72-25D7-A5C4-6E2F-D3BCDB8F9C7C}" dt="2025-06-02T16:33:32.799" v="37" actId="20577"/>
          <ac:spMkLst>
            <pc:docMk/>
            <pc:sldMk cId="1880193496" sldId="319"/>
            <ac:spMk id="4" creationId="{590BA2DD-5803-6748-9582-1197718979F9}"/>
          </ac:spMkLst>
        </pc:spChg>
      </pc:sldChg>
    </pc:docChg>
  </pc:docChgLst>
  <pc:docChgLst>
    <pc:chgData name="Zhao, Xin" userId="S::xin.zhao@pnnl.gov::384317b9-971a-4c78-9ca2-d446b555894d" providerId="AD" clId="Web-{45D66E58-8721-3393-D073-E9B2DFAA06F7}"/>
    <pc:docChg chg="addSld">
      <pc:chgData name="Zhao, Xin" userId="S::xin.zhao@pnnl.gov::384317b9-971a-4c78-9ca2-d446b555894d" providerId="AD" clId="Web-{45D66E58-8721-3393-D073-E9B2DFAA06F7}" dt="2025-06-02T05:43:28.941" v="0"/>
      <pc:docMkLst>
        <pc:docMk/>
      </pc:docMkLst>
      <pc:sldChg chg="add">
        <pc:chgData name="Zhao, Xin" userId="S::xin.zhao@pnnl.gov::384317b9-971a-4c78-9ca2-d446b555894d" providerId="AD" clId="Web-{45D66E58-8721-3393-D073-E9B2DFAA06F7}" dt="2025-06-02T05:43:28.941" v="0"/>
        <pc:sldMkLst>
          <pc:docMk/>
          <pc:sldMk cId="2872739486" sldId="273"/>
        </pc:sldMkLst>
      </pc:sldChg>
    </pc:docChg>
  </pc:docChgLst>
  <pc:docChgLst>
    <pc:chgData name="Zhao, Xin" userId="S::xin.zhao@pnnl.gov::384317b9-971a-4c78-9ca2-d446b555894d" providerId="AD" clId="Web-{D0DC2989-62E2-8E48-D16D-245DAE2324A1}"/>
    <pc:docChg chg="addSld delSld modSld sldOrd">
      <pc:chgData name="Zhao, Xin" userId="S::xin.zhao@pnnl.gov::384317b9-971a-4c78-9ca2-d446b555894d" providerId="AD" clId="Web-{D0DC2989-62E2-8E48-D16D-245DAE2324A1}" dt="2025-05-30T15:30:41.497" v="86"/>
      <pc:docMkLst>
        <pc:docMk/>
      </pc:docMkLst>
      <pc:sldChg chg="modTransition">
        <pc:chgData name="Zhao, Xin" userId="S::xin.zhao@pnnl.gov::384317b9-971a-4c78-9ca2-d446b555894d" providerId="AD" clId="Web-{D0DC2989-62E2-8E48-D16D-245DAE2324A1}" dt="2025-05-30T15:16:51" v="13"/>
        <pc:sldMkLst>
          <pc:docMk/>
          <pc:sldMk cId="3793884242" sldId="258"/>
        </pc:sldMkLst>
      </pc:sldChg>
      <pc:sldChg chg="modTransition">
        <pc:chgData name="Zhao, Xin" userId="S::xin.zhao@pnnl.gov::384317b9-971a-4c78-9ca2-d446b555894d" providerId="AD" clId="Web-{D0DC2989-62E2-8E48-D16D-245DAE2324A1}" dt="2025-05-30T15:16:51" v="0"/>
        <pc:sldMkLst>
          <pc:docMk/>
          <pc:sldMk cId="1152154647" sldId="260"/>
        </pc:sldMkLst>
      </pc:sldChg>
      <pc:sldChg chg="modTransition">
        <pc:chgData name="Zhao, Xin" userId="S::xin.zhao@pnnl.gov::384317b9-971a-4c78-9ca2-d446b555894d" providerId="AD" clId="Web-{D0DC2989-62E2-8E48-D16D-245DAE2324A1}" dt="2025-05-30T15:16:51.031" v="46"/>
        <pc:sldMkLst>
          <pc:docMk/>
          <pc:sldMk cId="1957337912" sldId="261"/>
        </pc:sldMkLst>
      </pc:sldChg>
      <pc:sldChg chg="modTransition">
        <pc:chgData name="Zhao, Xin" userId="S::xin.zhao@pnnl.gov::384317b9-971a-4c78-9ca2-d446b555894d" providerId="AD" clId="Web-{D0DC2989-62E2-8E48-D16D-245DAE2324A1}" dt="2025-05-30T15:16:51.031" v="47"/>
        <pc:sldMkLst>
          <pc:docMk/>
          <pc:sldMk cId="1809442695" sldId="262"/>
        </pc:sldMkLst>
      </pc:sldChg>
      <pc:sldChg chg="modTransition">
        <pc:chgData name="Zhao, Xin" userId="S::xin.zhao@pnnl.gov::384317b9-971a-4c78-9ca2-d446b555894d" providerId="AD" clId="Web-{D0DC2989-62E2-8E48-D16D-245DAE2324A1}" dt="2025-05-30T15:16:51.031" v="48"/>
        <pc:sldMkLst>
          <pc:docMk/>
          <pc:sldMk cId="4088515306" sldId="263"/>
        </pc:sldMkLst>
      </pc:sldChg>
      <pc:sldChg chg="modTransition">
        <pc:chgData name="Zhao, Xin" userId="S::xin.zhao@pnnl.gov::384317b9-971a-4c78-9ca2-d446b555894d" providerId="AD" clId="Web-{D0DC2989-62E2-8E48-D16D-245DAE2324A1}" dt="2025-05-30T15:16:51.031" v="49"/>
        <pc:sldMkLst>
          <pc:docMk/>
          <pc:sldMk cId="296605101" sldId="264"/>
        </pc:sldMkLst>
      </pc:sldChg>
      <pc:sldChg chg="ord modTransition">
        <pc:chgData name="Zhao, Xin" userId="S::xin.zhao@pnnl.gov::384317b9-971a-4c78-9ca2-d446b555894d" providerId="AD" clId="Web-{D0DC2989-62E2-8E48-D16D-245DAE2324A1}" dt="2025-05-30T15:18:31.533" v="67"/>
        <pc:sldMkLst>
          <pc:docMk/>
          <pc:sldMk cId="1952195409" sldId="270"/>
        </pc:sldMkLst>
      </pc:sldChg>
      <pc:sldChg chg="add del modTransition">
        <pc:chgData name="Zhao, Xin" userId="S::xin.zhao@pnnl.gov::384317b9-971a-4c78-9ca2-d446b555894d" providerId="AD" clId="Web-{D0DC2989-62E2-8E48-D16D-245DAE2324A1}" dt="2025-05-30T15:19:26.925" v="69"/>
        <pc:sldMkLst>
          <pc:docMk/>
          <pc:sldMk cId="1699153182" sldId="272"/>
        </pc:sldMkLst>
      </pc:sldChg>
      <pc:sldChg chg="del modTransition">
        <pc:chgData name="Zhao, Xin" userId="S::xin.zhao@pnnl.gov::384317b9-971a-4c78-9ca2-d446b555894d" providerId="AD" clId="Web-{D0DC2989-62E2-8E48-D16D-245DAE2324A1}" dt="2025-05-30T15:18:04.814" v="65"/>
        <pc:sldMkLst>
          <pc:docMk/>
          <pc:sldMk cId="2872739486" sldId="273"/>
        </pc:sldMkLst>
      </pc:sldChg>
      <pc:sldChg chg="modTransition">
        <pc:chgData name="Zhao, Xin" userId="S::xin.zhao@pnnl.gov::384317b9-971a-4c78-9ca2-d446b555894d" providerId="AD" clId="Web-{D0DC2989-62E2-8E48-D16D-245DAE2324A1}" dt="2025-05-30T15:16:51" v="9"/>
        <pc:sldMkLst>
          <pc:docMk/>
          <pc:sldMk cId="2958466604" sldId="280"/>
        </pc:sldMkLst>
      </pc:sldChg>
      <pc:sldChg chg="modTransition">
        <pc:chgData name="Zhao, Xin" userId="S::xin.zhao@pnnl.gov::384317b9-971a-4c78-9ca2-d446b555894d" providerId="AD" clId="Web-{D0DC2989-62E2-8E48-D16D-245DAE2324A1}" dt="2025-05-30T15:16:51" v="5"/>
        <pc:sldMkLst>
          <pc:docMk/>
          <pc:sldMk cId="118500947" sldId="289"/>
        </pc:sldMkLst>
      </pc:sldChg>
      <pc:sldChg chg="modTransition">
        <pc:chgData name="Zhao, Xin" userId="S::xin.zhao@pnnl.gov::384317b9-971a-4c78-9ca2-d446b555894d" providerId="AD" clId="Web-{D0DC2989-62E2-8E48-D16D-245DAE2324A1}" dt="2025-05-30T15:16:51.016" v="43"/>
        <pc:sldMkLst>
          <pc:docMk/>
          <pc:sldMk cId="0" sldId="291"/>
        </pc:sldMkLst>
      </pc:sldChg>
      <pc:sldChg chg="modTransition">
        <pc:chgData name="Zhao, Xin" userId="S::xin.zhao@pnnl.gov::384317b9-971a-4c78-9ca2-d446b555894d" providerId="AD" clId="Web-{D0DC2989-62E2-8E48-D16D-245DAE2324A1}" dt="2025-05-30T15:16:51.016" v="45"/>
        <pc:sldMkLst>
          <pc:docMk/>
          <pc:sldMk cId="0" sldId="301"/>
        </pc:sldMkLst>
      </pc:sldChg>
      <pc:sldChg chg="modTransition">
        <pc:chgData name="Zhao, Xin" userId="S::xin.zhao@pnnl.gov::384317b9-971a-4c78-9ca2-d446b555894d" providerId="AD" clId="Web-{D0DC2989-62E2-8E48-D16D-245DAE2324A1}" dt="2025-05-30T15:16:51.110" v="61"/>
        <pc:sldMkLst>
          <pc:docMk/>
          <pc:sldMk cId="2777627648" sldId="305"/>
        </pc:sldMkLst>
      </pc:sldChg>
      <pc:sldChg chg="modTransition">
        <pc:chgData name="Zhao, Xin" userId="S::xin.zhao@pnnl.gov::384317b9-971a-4c78-9ca2-d446b555894d" providerId="AD" clId="Web-{D0DC2989-62E2-8E48-D16D-245DAE2324A1}" dt="2025-05-30T15:16:51" v="4"/>
        <pc:sldMkLst>
          <pc:docMk/>
          <pc:sldMk cId="2303929965" sldId="309"/>
        </pc:sldMkLst>
      </pc:sldChg>
      <pc:sldChg chg="modTransition">
        <pc:chgData name="Zhao, Xin" userId="S::xin.zhao@pnnl.gov::384317b9-971a-4c78-9ca2-d446b555894d" providerId="AD" clId="Web-{D0DC2989-62E2-8E48-D16D-245DAE2324A1}" dt="2025-05-30T15:16:51" v="19"/>
        <pc:sldMkLst>
          <pc:docMk/>
          <pc:sldMk cId="2440420760" sldId="315"/>
        </pc:sldMkLst>
      </pc:sldChg>
      <pc:sldChg chg="modTransition">
        <pc:chgData name="Zhao, Xin" userId="S::xin.zhao@pnnl.gov::384317b9-971a-4c78-9ca2-d446b555894d" providerId="AD" clId="Web-{D0DC2989-62E2-8E48-D16D-245DAE2324A1}" dt="2025-05-30T15:16:51" v="2"/>
        <pc:sldMkLst>
          <pc:docMk/>
          <pc:sldMk cId="1880193496" sldId="319"/>
        </pc:sldMkLst>
      </pc:sldChg>
      <pc:sldChg chg="modTransition">
        <pc:chgData name="Zhao, Xin" userId="S::xin.zhao@pnnl.gov::384317b9-971a-4c78-9ca2-d446b555894d" providerId="AD" clId="Web-{D0DC2989-62E2-8E48-D16D-245DAE2324A1}" dt="2025-05-30T15:16:51" v="10"/>
        <pc:sldMkLst>
          <pc:docMk/>
          <pc:sldMk cId="3885496908" sldId="331"/>
        </pc:sldMkLst>
      </pc:sldChg>
      <pc:sldChg chg="modTransition">
        <pc:chgData name="Zhao, Xin" userId="S::xin.zhao@pnnl.gov::384317b9-971a-4c78-9ca2-d446b555894d" providerId="AD" clId="Web-{D0DC2989-62E2-8E48-D16D-245DAE2324A1}" dt="2025-05-30T15:16:51" v="7"/>
        <pc:sldMkLst>
          <pc:docMk/>
          <pc:sldMk cId="1159272745" sldId="332"/>
        </pc:sldMkLst>
      </pc:sldChg>
      <pc:sldChg chg="modTransition">
        <pc:chgData name="Zhao, Xin" userId="S::xin.zhao@pnnl.gov::384317b9-971a-4c78-9ca2-d446b555894d" providerId="AD" clId="Web-{D0DC2989-62E2-8E48-D16D-245DAE2324A1}" dt="2025-05-30T15:16:51" v="1"/>
        <pc:sldMkLst>
          <pc:docMk/>
          <pc:sldMk cId="3088058776" sldId="333"/>
        </pc:sldMkLst>
      </pc:sldChg>
      <pc:sldChg chg="modTransition">
        <pc:chgData name="Zhao, Xin" userId="S::xin.zhao@pnnl.gov::384317b9-971a-4c78-9ca2-d446b555894d" providerId="AD" clId="Web-{D0DC2989-62E2-8E48-D16D-245DAE2324A1}" dt="2025-05-30T15:16:51" v="17"/>
        <pc:sldMkLst>
          <pc:docMk/>
          <pc:sldMk cId="2375594534" sldId="345"/>
        </pc:sldMkLst>
      </pc:sldChg>
      <pc:sldChg chg="modTransition">
        <pc:chgData name="Zhao, Xin" userId="S::xin.zhao@pnnl.gov::384317b9-971a-4c78-9ca2-d446b555894d" providerId="AD" clId="Web-{D0DC2989-62E2-8E48-D16D-245DAE2324A1}" dt="2025-05-30T15:16:51" v="20"/>
        <pc:sldMkLst>
          <pc:docMk/>
          <pc:sldMk cId="3937332152" sldId="367"/>
        </pc:sldMkLst>
      </pc:sldChg>
      <pc:sldChg chg="add">
        <pc:chgData name="Zhao, Xin" userId="S::xin.zhao@pnnl.gov::384317b9-971a-4c78-9ca2-d446b555894d" providerId="AD" clId="Web-{D0DC2989-62E2-8E48-D16D-245DAE2324A1}" dt="2025-05-30T15:20:13.535" v="74"/>
        <pc:sldMkLst>
          <pc:docMk/>
          <pc:sldMk cId="1426705629" sldId="613"/>
        </pc:sldMkLst>
      </pc:sldChg>
      <pc:sldChg chg="add">
        <pc:chgData name="Zhao, Xin" userId="S::xin.zhao@pnnl.gov::384317b9-971a-4c78-9ca2-d446b555894d" providerId="AD" clId="Web-{D0DC2989-62E2-8E48-D16D-245DAE2324A1}" dt="2025-05-30T15:20:13.066" v="73"/>
        <pc:sldMkLst>
          <pc:docMk/>
          <pc:sldMk cId="1548291449" sldId="626"/>
        </pc:sldMkLst>
      </pc:sldChg>
      <pc:sldChg chg="add">
        <pc:chgData name="Zhao, Xin" userId="S::xin.zhao@pnnl.gov::384317b9-971a-4c78-9ca2-d446b555894d" providerId="AD" clId="Web-{D0DC2989-62E2-8E48-D16D-245DAE2324A1}" dt="2025-05-30T15:17:57.251" v="64"/>
        <pc:sldMkLst>
          <pc:docMk/>
          <pc:sldMk cId="3204506175" sldId="627"/>
        </pc:sldMkLst>
      </pc:sldChg>
      <pc:sldChg chg="del modTransition">
        <pc:chgData name="Zhao, Xin" userId="S::xin.zhao@pnnl.gov::384317b9-971a-4c78-9ca2-d446b555894d" providerId="AD" clId="Web-{D0DC2989-62E2-8E48-D16D-245DAE2324A1}" dt="2025-05-30T15:18:08.408" v="66"/>
        <pc:sldMkLst>
          <pc:docMk/>
          <pc:sldMk cId="2833190726" sldId="898"/>
        </pc:sldMkLst>
      </pc:sldChg>
      <pc:sldChg chg="ord modTransition">
        <pc:chgData name="Zhao, Xin" userId="S::xin.zhao@pnnl.gov::384317b9-971a-4c78-9ca2-d446b555894d" providerId="AD" clId="Web-{D0DC2989-62E2-8E48-D16D-245DAE2324A1}" dt="2025-05-30T15:21:17.051" v="79"/>
        <pc:sldMkLst>
          <pc:docMk/>
          <pc:sldMk cId="2590240748" sldId="924"/>
        </pc:sldMkLst>
      </pc:sldChg>
      <pc:sldChg chg="add">
        <pc:chgData name="Zhao, Xin" userId="S::xin.zhao@pnnl.gov::384317b9-971a-4c78-9ca2-d446b555894d" providerId="AD" clId="Web-{D0DC2989-62E2-8E48-D16D-245DAE2324A1}" dt="2025-05-30T15:19:37.300" v="71"/>
        <pc:sldMkLst>
          <pc:docMk/>
          <pc:sldMk cId="1342245855" sldId="965"/>
        </pc:sldMkLst>
      </pc:sldChg>
      <pc:sldChg chg="add">
        <pc:chgData name="Zhao, Xin" userId="S::xin.zhao@pnnl.gov::384317b9-971a-4c78-9ca2-d446b555894d" providerId="AD" clId="Web-{D0DC2989-62E2-8E48-D16D-245DAE2324A1}" dt="2025-05-30T15:19:37.097" v="70"/>
        <pc:sldMkLst>
          <pc:docMk/>
          <pc:sldMk cId="3908271418" sldId="1001"/>
        </pc:sldMkLst>
      </pc:sldChg>
      <pc:sldChg chg="add">
        <pc:chgData name="Zhao, Xin" userId="S::xin.zhao@pnnl.gov::384317b9-971a-4c78-9ca2-d446b555894d" providerId="AD" clId="Web-{D0DC2989-62E2-8E48-D16D-245DAE2324A1}" dt="2025-05-30T15:30:41.326" v="85"/>
        <pc:sldMkLst>
          <pc:docMk/>
          <pc:sldMk cId="579636521" sldId="1004"/>
        </pc:sldMkLst>
      </pc:sldChg>
      <pc:sldChg chg="modTransition">
        <pc:chgData name="Zhao, Xin" userId="S::xin.zhao@pnnl.gov::384317b9-971a-4c78-9ca2-d446b555894d" providerId="AD" clId="Web-{D0DC2989-62E2-8E48-D16D-245DAE2324A1}" dt="2025-05-30T15:16:51.110" v="58"/>
        <pc:sldMkLst>
          <pc:docMk/>
          <pc:sldMk cId="1267228573" sldId="1035"/>
        </pc:sldMkLst>
      </pc:sldChg>
      <pc:sldChg chg="modTransition">
        <pc:chgData name="Zhao, Xin" userId="S::xin.zhao@pnnl.gov::384317b9-971a-4c78-9ca2-d446b555894d" providerId="AD" clId="Web-{D0DC2989-62E2-8E48-D16D-245DAE2324A1}" dt="2025-05-30T15:16:51" v="12"/>
        <pc:sldMkLst>
          <pc:docMk/>
          <pc:sldMk cId="543246922" sldId="1139"/>
        </pc:sldMkLst>
      </pc:sldChg>
      <pc:sldChg chg="modTransition">
        <pc:chgData name="Zhao, Xin" userId="S::xin.zhao@pnnl.gov::384317b9-971a-4c78-9ca2-d446b555894d" providerId="AD" clId="Web-{D0DC2989-62E2-8E48-D16D-245DAE2324A1}" dt="2025-05-30T15:16:51.016" v="21"/>
        <pc:sldMkLst>
          <pc:docMk/>
          <pc:sldMk cId="3293191847" sldId="1141"/>
        </pc:sldMkLst>
      </pc:sldChg>
      <pc:sldChg chg="modTransition">
        <pc:chgData name="Zhao, Xin" userId="S::xin.zhao@pnnl.gov::384317b9-971a-4c78-9ca2-d446b555894d" providerId="AD" clId="Web-{D0DC2989-62E2-8E48-D16D-245DAE2324A1}" dt="2025-05-30T15:16:51" v="18"/>
        <pc:sldMkLst>
          <pc:docMk/>
          <pc:sldMk cId="2154531346" sldId="1186"/>
        </pc:sldMkLst>
      </pc:sldChg>
      <pc:sldChg chg="modTransition">
        <pc:chgData name="Zhao, Xin" userId="S::xin.zhao@pnnl.gov::384317b9-971a-4c78-9ca2-d446b555894d" providerId="AD" clId="Web-{D0DC2989-62E2-8E48-D16D-245DAE2324A1}" dt="2025-05-30T15:16:51" v="14"/>
        <pc:sldMkLst>
          <pc:docMk/>
          <pc:sldMk cId="1658775373" sldId="1192"/>
        </pc:sldMkLst>
      </pc:sldChg>
      <pc:sldChg chg="modTransition">
        <pc:chgData name="Zhao, Xin" userId="S::xin.zhao@pnnl.gov::384317b9-971a-4c78-9ca2-d446b555894d" providerId="AD" clId="Web-{D0DC2989-62E2-8E48-D16D-245DAE2324A1}" dt="2025-05-30T15:16:51" v="3"/>
        <pc:sldMkLst>
          <pc:docMk/>
          <pc:sldMk cId="816982103" sldId="1275"/>
        </pc:sldMkLst>
      </pc:sldChg>
      <pc:sldChg chg="modTransition">
        <pc:chgData name="Zhao, Xin" userId="S::xin.zhao@pnnl.gov::384317b9-971a-4c78-9ca2-d446b555894d" providerId="AD" clId="Web-{D0DC2989-62E2-8E48-D16D-245DAE2324A1}" dt="2025-05-30T15:16:51" v="8"/>
        <pc:sldMkLst>
          <pc:docMk/>
          <pc:sldMk cId="3922051090" sldId="1276"/>
        </pc:sldMkLst>
      </pc:sldChg>
      <pc:sldChg chg="modTransition">
        <pc:chgData name="Zhao, Xin" userId="S::xin.zhao@pnnl.gov::384317b9-971a-4c78-9ca2-d446b555894d" providerId="AD" clId="Web-{D0DC2989-62E2-8E48-D16D-245DAE2324A1}" dt="2025-05-30T15:16:51.016" v="41"/>
        <pc:sldMkLst>
          <pc:docMk/>
          <pc:sldMk cId="363547656" sldId="1279"/>
        </pc:sldMkLst>
      </pc:sldChg>
      <pc:sldChg chg="del modTransition">
        <pc:chgData name="Zhao, Xin" userId="S::xin.zhao@pnnl.gov::384317b9-971a-4c78-9ca2-d446b555894d" providerId="AD" clId="Web-{D0DC2989-62E2-8E48-D16D-245DAE2324A1}" dt="2025-05-30T15:21:03.895" v="77"/>
        <pc:sldMkLst>
          <pc:docMk/>
          <pc:sldMk cId="3847107424" sldId="1280"/>
        </pc:sldMkLst>
      </pc:sldChg>
      <pc:sldChg chg="del modTransition">
        <pc:chgData name="Zhao, Xin" userId="S::xin.zhao@pnnl.gov::384317b9-971a-4c78-9ca2-d446b555894d" providerId="AD" clId="Web-{D0DC2989-62E2-8E48-D16D-245DAE2324A1}" dt="2025-05-30T15:21:05.082" v="78"/>
        <pc:sldMkLst>
          <pc:docMk/>
          <pc:sldMk cId="1157807612" sldId="1281"/>
        </pc:sldMkLst>
      </pc:sldChg>
      <pc:sldChg chg="add del modTransition">
        <pc:chgData name="Zhao, Xin" userId="S::xin.zhao@pnnl.gov::384317b9-971a-4c78-9ca2-d446b555894d" providerId="AD" clId="Web-{D0DC2989-62E2-8E48-D16D-245DAE2324A1}" dt="2025-05-30T15:25:03.320" v="83"/>
        <pc:sldMkLst>
          <pc:docMk/>
          <pc:sldMk cId="3088241196" sldId="1282"/>
        </pc:sldMkLst>
      </pc:sldChg>
      <pc:sldChg chg="ord modTransition">
        <pc:chgData name="Zhao, Xin" userId="S::xin.zhao@pnnl.gov::384317b9-971a-4c78-9ca2-d446b555894d" providerId="AD" clId="Web-{D0DC2989-62E2-8E48-D16D-245DAE2324A1}" dt="2025-05-30T15:21:18.692" v="80"/>
        <pc:sldMkLst>
          <pc:docMk/>
          <pc:sldMk cId="1535759489" sldId="1283"/>
        </pc:sldMkLst>
      </pc:sldChg>
      <pc:sldChg chg="modTransition">
        <pc:chgData name="Zhao, Xin" userId="S::xin.zhao@pnnl.gov::384317b9-971a-4c78-9ca2-d446b555894d" providerId="AD" clId="Web-{D0DC2989-62E2-8E48-D16D-245DAE2324A1}" dt="2025-05-30T15:16:51" v="6"/>
        <pc:sldMkLst>
          <pc:docMk/>
          <pc:sldMk cId="3388532442" sldId="1284"/>
        </pc:sldMkLst>
      </pc:sldChg>
      <pc:sldChg chg="modTransition">
        <pc:chgData name="Zhao, Xin" userId="S::xin.zhao@pnnl.gov::384317b9-971a-4c78-9ca2-d446b555894d" providerId="AD" clId="Web-{D0DC2989-62E2-8E48-D16D-245DAE2324A1}" dt="2025-05-30T15:16:51.016" v="37"/>
        <pc:sldMkLst>
          <pc:docMk/>
          <pc:sldMk cId="2359343133" sldId="1285"/>
        </pc:sldMkLst>
      </pc:sldChg>
      <pc:sldChg chg="modTransition">
        <pc:chgData name="Zhao, Xin" userId="S::xin.zhao@pnnl.gov::384317b9-971a-4c78-9ca2-d446b555894d" providerId="AD" clId="Web-{D0DC2989-62E2-8E48-D16D-245DAE2324A1}" dt="2025-05-30T15:16:51.016" v="38"/>
        <pc:sldMkLst>
          <pc:docMk/>
          <pc:sldMk cId="2238848126" sldId="1286"/>
        </pc:sldMkLst>
      </pc:sldChg>
      <pc:sldChg chg="modTransition">
        <pc:chgData name="Zhao, Xin" userId="S::xin.zhao@pnnl.gov::384317b9-971a-4c78-9ca2-d446b555894d" providerId="AD" clId="Web-{D0DC2989-62E2-8E48-D16D-245DAE2324A1}" dt="2025-05-30T15:16:51.016" v="39"/>
        <pc:sldMkLst>
          <pc:docMk/>
          <pc:sldMk cId="3460349410" sldId="1287"/>
        </pc:sldMkLst>
      </pc:sldChg>
      <pc:sldChg chg="modTransition">
        <pc:chgData name="Zhao, Xin" userId="S::xin.zhao@pnnl.gov::384317b9-971a-4c78-9ca2-d446b555894d" providerId="AD" clId="Web-{D0DC2989-62E2-8E48-D16D-245DAE2324A1}" dt="2025-05-30T15:16:51.016" v="40"/>
        <pc:sldMkLst>
          <pc:docMk/>
          <pc:sldMk cId="980066122" sldId="1288"/>
        </pc:sldMkLst>
      </pc:sldChg>
      <pc:sldChg chg="modTransition">
        <pc:chgData name="Zhao, Xin" userId="S::xin.zhao@pnnl.gov::384317b9-971a-4c78-9ca2-d446b555894d" providerId="AD" clId="Web-{D0DC2989-62E2-8E48-D16D-245DAE2324A1}" dt="2025-05-30T15:16:51.016" v="42"/>
        <pc:sldMkLst>
          <pc:docMk/>
          <pc:sldMk cId="911100401" sldId="1289"/>
        </pc:sldMkLst>
      </pc:sldChg>
      <pc:sldChg chg="modTransition">
        <pc:chgData name="Zhao, Xin" userId="S::xin.zhao@pnnl.gov::384317b9-971a-4c78-9ca2-d446b555894d" providerId="AD" clId="Web-{D0DC2989-62E2-8E48-D16D-245DAE2324A1}" dt="2025-05-30T15:16:51.016" v="44"/>
        <pc:sldMkLst>
          <pc:docMk/>
          <pc:sldMk cId="1281013017" sldId="1290"/>
        </pc:sldMkLst>
      </pc:sldChg>
      <pc:sldChg chg="modTransition">
        <pc:chgData name="Zhao, Xin" userId="S::xin.zhao@pnnl.gov::384317b9-971a-4c78-9ca2-d446b555894d" providerId="AD" clId="Web-{D0DC2989-62E2-8E48-D16D-245DAE2324A1}" dt="2025-05-30T15:16:51.031" v="50"/>
        <pc:sldMkLst>
          <pc:docMk/>
          <pc:sldMk cId="2527035676" sldId="1291"/>
        </pc:sldMkLst>
      </pc:sldChg>
      <pc:sldChg chg="modTransition">
        <pc:chgData name="Zhao, Xin" userId="S::xin.zhao@pnnl.gov::384317b9-971a-4c78-9ca2-d446b555894d" providerId="AD" clId="Web-{D0DC2989-62E2-8E48-D16D-245DAE2324A1}" dt="2025-05-30T15:16:51.031" v="51"/>
        <pc:sldMkLst>
          <pc:docMk/>
          <pc:sldMk cId="1773404097" sldId="1292"/>
        </pc:sldMkLst>
      </pc:sldChg>
      <pc:sldChg chg="modTransition">
        <pc:chgData name="Zhao, Xin" userId="S::xin.zhao@pnnl.gov::384317b9-971a-4c78-9ca2-d446b555894d" providerId="AD" clId="Web-{D0DC2989-62E2-8E48-D16D-245DAE2324A1}" dt="2025-05-30T15:16:51.094" v="52"/>
        <pc:sldMkLst>
          <pc:docMk/>
          <pc:sldMk cId="2250970155" sldId="1293"/>
        </pc:sldMkLst>
      </pc:sldChg>
      <pc:sldChg chg="modTransition">
        <pc:chgData name="Zhao, Xin" userId="S::xin.zhao@pnnl.gov::384317b9-971a-4c78-9ca2-d446b555894d" providerId="AD" clId="Web-{D0DC2989-62E2-8E48-D16D-245DAE2324A1}" dt="2025-05-30T15:16:51" v="11"/>
        <pc:sldMkLst>
          <pc:docMk/>
          <pc:sldMk cId="3513207816" sldId="1294"/>
        </pc:sldMkLst>
      </pc:sldChg>
      <pc:sldChg chg="modTransition">
        <pc:chgData name="Zhao, Xin" userId="S::xin.zhao@pnnl.gov::384317b9-971a-4c78-9ca2-d446b555894d" providerId="AD" clId="Web-{D0DC2989-62E2-8E48-D16D-245DAE2324A1}" dt="2025-05-30T15:16:51.016" v="23"/>
        <pc:sldMkLst>
          <pc:docMk/>
          <pc:sldMk cId="27383781" sldId="2414"/>
        </pc:sldMkLst>
      </pc:sldChg>
      <pc:sldChg chg="modTransition">
        <pc:chgData name="Zhao, Xin" userId="S::xin.zhao@pnnl.gov::384317b9-971a-4c78-9ca2-d446b555894d" providerId="AD" clId="Web-{D0DC2989-62E2-8E48-D16D-245DAE2324A1}" dt="2025-05-30T15:16:51" v="15"/>
        <pc:sldMkLst>
          <pc:docMk/>
          <pc:sldMk cId="3944338219" sldId="2415"/>
        </pc:sldMkLst>
      </pc:sldChg>
      <pc:sldChg chg="modTransition">
        <pc:chgData name="Zhao, Xin" userId="S::xin.zhao@pnnl.gov::384317b9-971a-4c78-9ca2-d446b555894d" providerId="AD" clId="Web-{D0DC2989-62E2-8E48-D16D-245DAE2324A1}" dt="2025-05-30T15:16:51" v="16"/>
        <pc:sldMkLst>
          <pc:docMk/>
          <pc:sldMk cId="2904696875" sldId="2420"/>
        </pc:sldMkLst>
      </pc:sldChg>
      <pc:sldChg chg="modTransition">
        <pc:chgData name="Zhao, Xin" userId="S::xin.zhao@pnnl.gov::384317b9-971a-4c78-9ca2-d446b555894d" providerId="AD" clId="Web-{D0DC2989-62E2-8E48-D16D-245DAE2324A1}" dt="2025-05-30T15:16:51.016" v="22"/>
        <pc:sldMkLst>
          <pc:docMk/>
          <pc:sldMk cId="3753613863" sldId="2423"/>
        </pc:sldMkLst>
      </pc:sldChg>
      <pc:sldChg chg="modTransition">
        <pc:chgData name="Zhao, Xin" userId="S::xin.zhao@pnnl.gov::384317b9-971a-4c78-9ca2-d446b555894d" providerId="AD" clId="Web-{D0DC2989-62E2-8E48-D16D-245DAE2324A1}" dt="2025-05-30T15:16:51.016" v="24"/>
        <pc:sldMkLst>
          <pc:docMk/>
          <pc:sldMk cId="2118711746" sldId="2424"/>
        </pc:sldMkLst>
      </pc:sldChg>
      <pc:sldChg chg="modTransition">
        <pc:chgData name="Zhao, Xin" userId="S::xin.zhao@pnnl.gov::384317b9-971a-4c78-9ca2-d446b555894d" providerId="AD" clId="Web-{D0DC2989-62E2-8E48-D16D-245DAE2324A1}" dt="2025-05-30T15:16:51.110" v="59"/>
        <pc:sldMkLst>
          <pc:docMk/>
          <pc:sldMk cId="2694864116" sldId="2425"/>
        </pc:sldMkLst>
      </pc:sldChg>
      <pc:sldChg chg="modTransition">
        <pc:chgData name="Zhao, Xin" userId="S::xin.zhao@pnnl.gov::384317b9-971a-4c78-9ca2-d446b555894d" providerId="AD" clId="Web-{D0DC2989-62E2-8E48-D16D-245DAE2324A1}" dt="2025-05-30T15:16:51.016" v="26"/>
        <pc:sldMkLst>
          <pc:docMk/>
          <pc:sldMk cId="1666303663" sldId="2426"/>
        </pc:sldMkLst>
      </pc:sldChg>
      <pc:sldChg chg="modTransition">
        <pc:chgData name="Zhao, Xin" userId="S::xin.zhao@pnnl.gov::384317b9-971a-4c78-9ca2-d446b555894d" providerId="AD" clId="Web-{D0DC2989-62E2-8E48-D16D-245DAE2324A1}" dt="2025-05-30T15:16:51.110" v="60"/>
        <pc:sldMkLst>
          <pc:docMk/>
          <pc:sldMk cId="1229724980" sldId="2427"/>
        </pc:sldMkLst>
      </pc:sldChg>
      <pc:sldChg chg="modTransition">
        <pc:chgData name="Zhao, Xin" userId="S::xin.zhao@pnnl.gov::384317b9-971a-4c78-9ca2-d446b555894d" providerId="AD" clId="Web-{D0DC2989-62E2-8E48-D16D-245DAE2324A1}" dt="2025-05-30T15:16:51.094" v="56"/>
        <pc:sldMkLst>
          <pc:docMk/>
          <pc:sldMk cId="1989115947" sldId="2428"/>
        </pc:sldMkLst>
      </pc:sldChg>
      <pc:sldChg chg="modTransition">
        <pc:chgData name="Zhao, Xin" userId="S::xin.zhao@pnnl.gov::384317b9-971a-4c78-9ca2-d446b555894d" providerId="AD" clId="Web-{D0DC2989-62E2-8E48-D16D-245DAE2324A1}" dt="2025-05-30T15:16:51.094" v="55"/>
        <pc:sldMkLst>
          <pc:docMk/>
          <pc:sldMk cId="4253301341" sldId="2429"/>
        </pc:sldMkLst>
      </pc:sldChg>
      <pc:sldChg chg="modTransition">
        <pc:chgData name="Zhao, Xin" userId="S::xin.zhao@pnnl.gov::384317b9-971a-4c78-9ca2-d446b555894d" providerId="AD" clId="Web-{D0DC2989-62E2-8E48-D16D-245DAE2324A1}" dt="2025-05-30T15:16:51.110" v="57"/>
        <pc:sldMkLst>
          <pc:docMk/>
          <pc:sldMk cId="2592288855" sldId="2430"/>
        </pc:sldMkLst>
      </pc:sldChg>
      <pc:sldChg chg="modTransition">
        <pc:chgData name="Zhao, Xin" userId="S::xin.zhao@pnnl.gov::384317b9-971a-4c78-9ca2-d446b555894d" providerId="AD" clId="Web-{D0DC2989-62E2-8E48-D16D-245DAE2324A1}" dt="2025-05-30T15:16:51.094" v="53"/>
        <pc:sldMkLst>
          <pc:docMk/>
          <pc:sldMk cId="4123919972" sldId="2431"/>
        </pc:sldMkLst>
      </pc:sldChg>
      <pc:sldChg chg="modTransition">
        <pc:chgData name="Zhao, Xin" userId="S::xin.zhao@pnnl.gov::384317b9-971a-4c78-9ca2-d446b555894d" providerId="AD" clId="Web-{D0DC2989-62E2-8E48-D16D-245DAE2324A1}" dt="2025-05-30T15:16:51.094" v="54"/>
        <pc:sldMkLst>
          <pc:docMk/>
          <pc:sldMk cId="913724949" sldId="2432"/>
        </pc:sldMkLst>
      </pc:sldChg>
      <pc:sldChg chg="modTransition">
        <pc:chgData name="Zhao, Xin" userId="S::xin.zhao@pnnl.gov::384317b9-971a-4c78-9ca2-d446b555894d" providerId="AD" clId="Web-{D0DC2989-62E2-8E48-D16D-245DAE2324A1}" dt="2025-05-30T15:16:51.016" v="25"/>
        <pc:sldMkLst>
          <pc:docMk/>
          <pc:sldMk cId="2771296087" sldId="2433"/>
        </pc:sldMkLst>
      </pc:sldChg>
      <pc:sldChg chg="modTransition">
        <pc:chgData name="Zhao, Xin" userId="S::xin.zhao@pnnl.gov::384317b9-971a-4c78-9ca2-d446b555894d" providerId="AD" clId="Web-{D0DC2989-62E2-8E48-D16D-245DAE2324A1}" dt="2025-05-30T15:16:51.016" v="27"/>
        <pc:sldMkLst>
          <pc:docMk/>
          <pc:sldMk cId="1593723848" sldId="2434"/>
        </pc:sldMkLst>
      </pc:sldChg>
      <pc:sldChg chg="add">
        <pc:chgData name="Zhao, Xin" userId="S::xin.zhao@pnnl.gov::384317b9-971a-4c78-9ca2-d446b555894d" providerId="AD" clId="Web-{D0DC2989-62E2-8E48-D16D-245DAE2324A1}" dt="2025-05-30T15:17:56.939" v="62"/>
        <pc:sldMkLst>
          <pc:docMk/>
          <pc:sldMk cId="683263558" sldId="2435"/>
        </pc:sldMkLst>
      </pc:sldChg>
      <pc:sldChg chg="add">
        <pc:chgData name="Zhao, Xin" userId="S::xin.zhao@pnnl.gov::384317b9-971a-4c78-9ca2-d446b555894d" providerId="AD" clId="Web-{D0DC2989-62E2-8E48-D16D-245DAE2324A1}" dt="2025-05-30T15:17:57.048" v="63"/>
        <pc:sldMkLst>
          <pc:docMk/>
          <pc:sldMk cId="3407375096" sldId="2436"/>
        </pc:sldMkLst>
      </pc:sldChg>
      <pc:sldChg chg="add">
        <pc:chgData name="Zhao, Xin" userId="S::xin.zhao@pnnl.gov::384317b9-971a-4c78-9ca2-d446b555894d" providerId="AD" clId="Web-{D0DC2989-62E2-8E48-D16D-245DAE2324A1}" dt="2025-05-30T15:20:00.034" v="72"/>
        <pc:sldMkLst>
          <pc:docMk/>
          <pc:sldMk cId="3623831036" sldId="2437"/>
        </pc:sldMkLst>
      </pc:sldChg>
      <pc:sldChg chg="add">
        <pc:chgData name="Zhao, Xin" userId="S::xin.zhao@pnnl.gov::384317b9-971a-4c78-9ca2-d446b555894d" providerId="AD" clId="Web-{D0DC2989-62E2-8E48-D16D-245DAE2324A1}" dt="2025-05-30T15:20:57.754" v="75"/>
        <pc:sldMkLst>
          <pc:docMk/>
          <pc:sldMk cId="3818899122" sldId="2438"/>
        </pc:sldMkLst>
      </pc:sldChg>
      <pc:sldChg chg="add">
        <pc:chgData name="Zhao, Xin" userId="S::xin.zhao@pnnl.gov::384317b9-971a-4c78-9ca2-d446b555894d" providerId="AD" clId="Web-{D0DC2989-62E2-8E48-D16D-245DAE2324A1}" dt="2025-05-30T15:20:57.848" v="76"/>
        <pc:sldMkLst>
          <pc:docMk/>
          <pc:sldMk cId="4276463489" sldId="2439"/>
        </pc:sldMkLst>
      </pc:sldChg>
      <pc:sldChg chg="add">
        <pc:chgData name="Zhao, Xin" userId="S::xin.zhao@pnnl.gov::384317b9-971a-4c78-9ca2-d446b555894d" providerId="AD" clId="Web-{D0DC2989-62E2-8E48-D16D-245DAE2324A1}" dt="2025-05-30T15:30:41.497" v="86"/>
        <pc:sldMkLst>
          <pc:docMk/>
          <pc:sldMk cId="1373572470" sldId="2440"/>
        </pc:sldMkLst>
      </pc:sldChg>
      <pc:sldChg chg="add del">
        <pc:chgData name="Zhao, Xin" userId="S::xin.zhao@pnnl.gov::384317b9-971a-4c78-9ca2-d446b555894d" providerId="AD" clId="Web-{D0DC2989-62E2-8E48-D16D-245DAE2324A1}" dt="2025-05-30T15:25:05.070" v="84"/>
        <pc:sldMkLst>
          <pc:docMk/>
          <pc:sldMk cId="2828533859" sldId="2440"/>
        </pc:sldMkLst>
      </pc:sldChg>
    </pc:docChg>
  </pc:docChgLst>
  <pc:docChgLst>
    <pc:chgData name="Graham, Neal T" userId="c19a707a-7e06-4439-aeb8-f47cf54231fa" providerId="ADAL" clId="{B4C11ED8-9DD3-0040-B776-B3027AFFAE67}"/>
    <pc:docChg chg="custSel delSld modSld sldOrd">
      <pc:chgData name="Graham, Neal T" userId="c19a707a-7e06-4439-aeb8-f47cf54231fa" providerId="ADAL" clId="{B4C11ED8-9DD3-0040-B776-B3027AFFAE67}" dt="2025-06-03T17:03:43.872" v="76" actId="5793"/>
      <pc:docMkLst>
        <pc:docMk/>
      </pc:docMkLst>
      <pc:sldChg chg="modSp mod">
        <pc:chgData name="Graham, Neal T" userId="c19a707a-7e06-4439-aeb8-f47cf54231fa" providerId="ADAL" clId="{B4C11ED8-9DD3-0040-B776-B3027AFFAE67}" dt="2025-06-03T16:59:00.864" v="69" actId="20577"/>
        <pc:sldMkLst>
          <pc:docMk/>
          <pc:sldMk cId="1152154647" sldId="260"/>
        </pc:sldMkLst>
        <pc:spChg chg="mod">
          <ac:chgData name="Graham, Neal T" userId="c19a707a-7e06-4439-aeb8-f47cf54231fa" providerId="ADAL" clId="{B4C11ED8-9DD3-0040-B776-B3027AFFAE67}" dt="2025-06-03T16:59:00.864" v="69" actId="20577"/>
          <ac:spMkLst>
            <pc:docMk/>
            <pc:sldMk cId="1152154647" sldId="260"/>
            <ac:spMk id="2" creationId="{8BDFD0D9-1CAC-4FBD-8120-CBD5A07EB995}"/>
          </ac:spMkLst>
        </pc:spChg>
        <pc:spChg chg="mod">
          <ac:chgData name="Graham, Neal T" userId="c19a707a-7e06-4439-aeb8-f47cf54231fa" providerId="ADAL" clId="{B4C11ED8-9DD3-0040-B776-B3027AFFAE67}" dt="2025-05-30T17:01:56.250" v="5" actId="20577"/>
          <ac:spMkLst>
            <pc:docMk/>
            <pc:sldMk cId="1152154647" sldId="260"/>
            <ac:spMk id="6" creationId="{B8696A4F-5314-46CD-B205-CC2D44570D66}"/>
          </ac:spMkLst>
        </pc:spChg>
      </pc:sldChg>
      <pc:sldChg chg="del">
        <pc:chgData name="Graham, Neal T" userId="c19a707a-7e06-4439-aeb8-f47cf54231fa" providerId="ADAL" clId="{B4C11ED8-9DD3-0040-B776-B3027AFFAE67}" dt="2025-05-30T17:04:56.126" v="6" actId="2696"/>
        <pc:sldMkLst>
          <pc:docMk/>
          <pc:sldMk cId="2958466604" sldId="280"/>
        </pc:sldMkLst>
      </pc:sldChg>
      <pc:sldChg chg="mod modShow">
        <pc:chgData name="Graham, Neal T" userId="c19a707a-7e06-4439-aeb8-f47cf54231fa" providerId="ADAL" clId="{B4C11ED8-9DD3-0040-B776-B3027AFFAE67}" dt="2025-05-30T17:10:04.608" v="7" actId="729"/>
        <pc:sldMkLst>
          <pc:docMk/>
          <pc:sldMk cId="118500947" sldId="289"/>
        </pc:sldMkLst>
      </pc:sldChg>
      <pc:sldChg chg="modSp mod">
        <pc:chgData name="Graham, Neal T" userId="c19a707a-7e06-4439-aeb8-f47cf54231fa" providerId="ADAL" clId="{B4C11ED8-9DD3-0040-B776-B3027AFFAE67}" dt="2025-06-03T16:53:14.163" v="33" actId="20577"/>
        <pc:sldMkLst>
          <pc:docMk/>
          <pc:sldMk cId="1880193496" sldId="319"/>
        </pc:sldMkLst>
        <pc:spChg chg="mod">
          <ac:chgData name="Graham, Neal T" userId="c19a707a-7e06-4439-aeb8-f47cf54231fa" providerId="ADAL" clId="{B4C11ED8-9DD3-0040-B776-B3027AFFAE67}" dt="2025-06-03T16:52:58.463" v="25" actId="58"/>
          <ac:spMkLst>
            <pc:docMk/>
            <pc:sldMk cId="1880193496" sldId="319"/>
            <ac:spMk id="4" creationId="{590BA2DD-5803-6748-9582-1197718979F9}"/>
          </ac:spMkLst>
        </pc:spChg>
        <pc:spChg chg="mod">
          <ac:chgData name="Graham, Neal T" userId="c19a707a-7e06-4439-aeb8-f47cf54231fa" providerId="ADAL" clId="{B4C11ED8-9DD3-0040-B776-B3027AFFAE67}" dt="2025-06-03T16:53:11.594" v="29" actId="20577"/>
          <ac:spMkLst>
            <pc:docMk/>
            <pc:sldMk cId="1880193496" sldId="319"/>
            <ac:spMk id="11" creationId="{42132F99-BF0B-8B8C-EDD7-D6C1C87855D4}"/>
          </ac:spMkLst>
        </pc:spChg>
        <pc:spChg chg="mod">
          <ac:chgData name="Graham, Neal T" userId="c19a707a-7e06-4439-aeb8-f47cf54231fa" providerId="ADAL" clId="{B4C11ED8-9DD3-0040-B776-B3027AFFAE67}" dt="2025-06-03T16:53:14.163" v="33" actId="20577"/>
          <ac:spMkLst>
            <pc:docMk/>
            <pc:sldMk cId="1880193496" sldId="319"/>
            <ac:spMk id="22" creationId="{021916F8-528E-3ACC-856D-DDD636EEABB3}"/>
          </ac:spMkLst>
        </pc:spChg>
      </pc:sldChg>
      <pc:sldChg chg="addSp modSp mod ord modAnim">
        <pc:chgData name="Graham, Neal T" userId="c19a707a-7e06-4439-aeb8-f47cf54231fa" providerId="ADAL" clId="{B4C11ED8-9DD3-0040-B776-B3027AFFAE67}" dt="2025-06-03T15:26:22.738" v="15"/>
        <pc:sldMkLst>
          <pc:docMk/>
          <pc:sldMk cId="3885496908" sldId="331"/>
        </pc:sldMkLst>
        <pc:spChg chg="add mod">
          <ac:chgData name="Graham, Neal T" userId="c19a707a-7e06-4439-aeb8-f47cf54231fa" providerId="ADAL" clId="{B4C11ED8-9DD3-0040-B776-B3027AFFAE67}" dt="2025-06-03T15:26:15.842" v="14" actId="207"/>
          <ac:spMkLst>
            <pc:docMk/>
            <pc:sldMk cId="3885496908" sldId="331"/>
            <ac:spMk id="3" creationId="{07ECC4DD-FFE1-71F0-56A5-64F6AEE47C61}"/>
          </ac:spMkLst>
        </pc:spChg>
      </pc:sldChg>
      <pc:sldChg chg="modSp mod">
        <pc:chgData name="Graham, Neal T" userId="c19a707a-7e06-4439-aeb8-f47cf54231fa" providerId="ADAL" clId="{B4C11ED8-9DD3-0040-B776-B3027AFFAE67}" dt="2025-06-03T16:04:26.888" v="23" actId="20577"/>
        <pc:sldMkLst>
          <pc:docMk/>
          <pc:sldMk cId="816982103" sldId="1275"/>
        </pc:sldMkLst>
        <pc:spChg chg="mod">
          <ac:chgData name="Graham, Neal T" userId="c19a707a-7e06-4439-aeb8-f47cf54231fa" providerId="ADAL" clId="{B4C11ED8-9DD3-0040-B776-B3027AFFAE67}" dt="2025-06-03T16:04:24.672" v="19" actId="20577"/>
          <ac:spMkLst>
            <pc:docMk/>
            <pc:sldMk cId="816982103" sldId="1275"/>
            <ac:spMk id="7" creationId="{00000000-0000-0000-0000-000000000000}"/>
          </ac:spMkLst>
        </pc:spChg>
        <pc:spChg chg="mod">
          <ac:chgData name="Graham, Neal T" userId="c19a707a-7e06-4439-aeb8-f47cf54231fa" providerId="ADAL" clId="{B4C11ED8-9DD3-0040-B776-B3027AFFAE67}" dt="2025-06-03T16:04:26.888" v="23" actId="20577"/>
          <ac:spMkLst>
            <pc:docMk/>
            <pc:sldMk cId="816982103" sldId="1275"/>
            <ac:spMk id="17" creationId="{C3B300C2-EC82-8D4A-B4BE-B9E735F1D0FC}"/>
          </ac:spMkLst>
        </pc:spChg>
      </pc:sldChg>
      <pc:sldChg chg="modSp mod">
        <pc:chgData name="Graham, Neal T" userId="c19a707a-7e06-4439-aeb8-f47cf54231fa" providerId="ADAL" clId="{B4C11ED8-9DD3-0040-B776-B3027AFFAE67}" dt="2025-06-03T17:03:43.872" v="76" actId="5793"/>
        <pc:sldMkLst>
          <pc:docMk/>
          <pc:sldMk cId="3922051090" sldId="1276"/>
        </pc:sldMkLst>
        <pc:spChg chg="mod">
          <ac:chgData name="Graham, Neal T" userId="c19a707a-7e06-4439-aeb8-f47cf54231fa" providerId="ADAL" clId="{B4C11ED8-9DD3-0040-B776-B3027AFFAE67}" dt="2025-06-03T17:03:43.872" v="76" actId="5793"/>
          <ac:spMkLst>
            <pc:docMk/>
            <pc:sldMk cId="3922051090" sldId="1276"/>
            <ac:spMk id="5" creationId="{8B945D97-7ECB-2846-9E1C-F88FE3259952}"/>
          </ac:spMkLst>
        </pc:spChg>
      </pc:sldChg>
      <pc:sldChg chg="modSp mod">
        <pc:chgData name="Graham, Neal T" userId="c19a707a-7e06-4439-aeb8-f47cf54231fa" providerId="ADAL" clId="{B4C11ED8-9DD3-0040-B776-B3027AFFAE67}" dt="2025-06-03T16:53:42.977" v="41" actId="5793"/>
        <pc:sldMkLst>
          <pc:docMk/>
          <pc:sldMk cId="3388532442" sldId="1284"/>
        </pc:sldMkLst>
        <pc:spChg chg="mod">
          <ac:chgData name="Graham, Neal T" userId="c19a707a-7e06-4439-aeb8-f47cf54231fa" providerId="ADAL" clId="{B4C11ED8-9DD3-0040-B776-B3027AFFAE67}" dt="2025-06-03T16:53:42.977" v="41" actId="5793"/>
          <ac:spMkLst>
            <pc:docMk/>
            <pc:sldMk cId="3388532442" sldId="1284"/>
            <ac:spMk id="8" creationId="{41DE296F-9022-144C-8526-7CCA649FAD00}"/>
          </ac:spMkLst>
        </pc:spChg>
      </pc:sldChg>
      <pc:sldChg chg="modSp">
        <pc:chgData name="Graham, Neal T" userId="c19a707a-7e06-4439-aeb8-f47cf54231fa" providerId="ADAL" clId="{B4C11ED8-9DD3-0040-B776-B3027AFFAE67}" dt="2025-06-03T16:06:14.993" v="24" actId="20577"/>
        <pc:sldMkLst>
          <pc:docMk/>
          <pc:sldMk cId="2250970155" sldId="1293"/>
        </pc:sldMkLst>
        <pc:graphicFrameChg chg="mod">
          <ac:chgData name="Graham, Neal T" userId="c19a707a-7e06-4439-aeb8-f47cf54231fa" providerId="ADAL" clId="{B4C11ED8-9DD3-0040-B776-B3027AFFAE67}" dt="2025-06-03T16:06:14.993" v="24" actId="20577"/>
          <ac:graphicFrameMkLst>
            <pc:docMk/>
            <pc:sldMk cId="2250970155" sldId="1293"/>
            <ac:graphicFrameMk id="7" creationId="{80D3BA7C-2446-B5E9-E262-B1A2FDAE14B7}"/>
          </ac:graphicFrameMkLst>
        </pc:graphicFrameChg>
      </pc:sldChg>
      <pc:sldChg chg="ord">
        <pc:chgData name="Graham, Neal T" userId="c19a707a-7e06-4439-aeb8-f47cf54231fa" providerId="ADAL" clId="{B4C11ED8-9DD3-0040-B776-B3027AFFAE67}" dt="2025-06-03T15:25:36.334" v="8" actId="20578"/>
        <pc:sldMkLst>
          <pc:docMk/>
          <pc:sldMk cId="1566259553" sldId="2449"/>
        </pc:sldMkLst>
      </pc:sldChg>
    </pc:docChg>
  </pc:docChgLst>
  <pc:docChgLst>
    <pc:chgData name="Graham, Neal T" userId="S::neal.graham@pnnl.gov::c19a707a-7e06-4439-aeb8-f47cf54231fa" providerId="AD" clId="Web-{56B03F3E-0DA9-C7C8-8CCA-E96C01CADEE5}"/>
    <pc:docChg chg="delSld modSld">
      <pc:chgData name="Graham, Neal T" userId="S::neal.graham@pnnl.gov::c19a707a-7e06-4439-aeb8-f47cf54231fa" providerId="AD" clId="Web-{56B03F3E-0DA9-C7C8-8CCA-E96C01CADEE5}" dt="2025-06-03T10:23:12.088" v="123" actId="20577"/>
      <pc:docMkLst>
        <pc:docMk/>
      </pc:docMkLst>
      <pc:sldChg chg="addSp modSp">
        <pc:chgData name="Graham, Neal T" userId="S::neal.graham@pnnl.gov::c19a707a-7e06-4439-aeb8-f47cf54231fa" providerId="AD" clId="Web-{56B03F3E-0DA9-C7C8-8CCA-E96C01CADEE5}" dt="2025-06-03T09:58:06.543" v="9" actId="1076"/>
        <pc:sldMkLst>
          <pc:docMk/>
          <pc:sldMk cId="0" sldId="291"/>
        </pc:sldMkLst>
        <pc:spChg chg="mod">
          <ac:chgData name="Graham, Neal T" userId="S::neal.graham@pnnl.gov::c19a707a-7e06-4439-aeb8-f47cf54231fa" providerId="AD" clId="Web-{56B03F3E-0DA9-C7C8-8CCA-E96C01CADEE5}" dt="2025-06-03T09:57:34.293" v="4" actId="20577"/>
          <ac:spMkLst>
            <pc:docMk/>
            <pc:sldMk cId="0" sldId="291"/>
            <ac:spMk id="2" creationId="{20AF194C-68D4-BEF6-EA54-E987803B34CC}"/>
          </ac:spMkLst>
        </pc:spChg>
        <pc:spChg chg="add mod">
          <ac:chgData name="Graham, Neal T" userId="S::neal.graham@pnnl.gov::c19a707a-7e06-4439-aeb8-f47cf54231fa" providerId="AD" clId="Web-{56B03F3E-0DA9-C7C8-8CCA-E96C01CADEE5}" dt="2025-06-03T09:58:00.074" v="7"/>
          <ac:spMkLst>
            <pc:docMk/>
            <pc:sldMk cId="0" sldId="291"/>
            <ac:spMk id="3" creationId="{AA2D25AF-57F7-1D3B-7BFE-497A74FC1BC0}"/>
          </ac:spMkLst>
        </pc:spChg>
        <pc:spChg chg="add mod">
          <ac:chgData name="Graham, Neal T" userId="S::neal.graham@pnnl.gov::c19a707a-7e06-4439-aeb8-f47cf54231fa" providerId="AD" clId="Web-{56B03F3E-0DA9-C7C8-8CCA-E96C01CADEE5}" dt="2025-06-03T09:58:06.543" v="9" actId="1076"/>
          <ac:spMkLst>
            <pc:docMk/>
            <pc:sldMk cId="0" sldId="291"/>
            <ac:spMk id="4" creationId="{88C39684-FC88-A2E6-9B22-A51E9E93D2C2}"/>
          </ac:spMkLst>
        </pc:spChg>
      </pc:sldChg>
      <pc:sldChg chg="addSp modSp">
        <pc:chgData name="Graham, Neal T" userId="S::neal.graham@pnnl.gov::c19a707a-7e06-4439-aeb8-f47cf54231fa" providerId="AD" clId="Web-{56B03F3E-0DA9-C7C8-8CCA-E96C01CADEE5}" dt="2025-06-03T10:23:12.088" v="123" actId="20577"/>
        <pc:sldMkLst>
          <pc:docMk/>
          <pc:sldMk cId="1267228573" sldId="1035"/>
        </pc:sldMkLst>
        <pc:spChg chg="mod">
          <ac:chgData name="Graham, Neal T" userId="S::neal.graham@pnnl.gov::c19a707a-7e06-4439-aeb8-f47cf54231fa" providerId="AD" clId="Web-{56B03F3E-0DA9-C7C8-8CCA-E96C01CADEE5}" dt="2025-06-03T10:21:00.261" v="61" actId="20577"/>
          <ac:spMkLst>
            <pc:docMk/>
            <pc:sldMk cId="1267228573" sldId="1035"/>
            <ac:spMk id="3" creationId="{E1C565CF-6258-40F2-BD27-F6DCB1548D07}"/>
          </ac:spMkLst>
        </pc:spChg>
        <pc:spChg chg="add mod">
          <ac:chgData name="Graham, Neal T" userId="S::neal.graham@pnnl.gov::c19a707a-7e06-4439-aeb8-f47cf54231fa" providerId="AD" clId="Web-{56B03F3E-0DA9-C7C8-8CCA-E96C01CADEE5}" dt="2025-06-03T10:23:12.088" v="123" actId="20577"/>
          <ac:spMkLst>
            <pc:docMk/>
            <pc:sldMk cId="1267228573" sldId="1035"/>
            <ac:spMk id="4" creationId="{962C4337-C66E-608C-697A-48F1BBFB5894}"/>
          </ac:spMkLst>
        </pc:spChg>
      </pc:sldChg>
      <pc:sldChg chg="del">
        <pc:chgData name="Graham, Neal T" userId="S::neal.graham@pnnl.gov::c19a707a-7e06-4439-aeb8-f47cf54231fa" providerId="AD" clId="Web-{56B03F3E-0DA9-C7C8-8CCA-E96C01CADEE5}" dt="2025-06-03T09:59:36.230" v="10"/>
        <pc:sldMkLst>
          <pc:docMk/>
          <pc:sldMk cId="1989115947" sldId="2428"/>
        </pc:sldMkLst>
      </pc:sldChg>
      <pc:sldChg chg="addSp delSp modSp">
        <pc:chgData name="Graham, Neal T" userId="S::neal.graham@pnnl.gov::c19a707a-7e06-4439-aeb8-f47cf54231fa" providerId="AD" clId="Web-{56B03F3E-0DA9-C7C8-8CCA-E96C01CADEE5}" dt="2025-06-03T10:13:14.435" v="50" actId="1076"/>
        <pc:sldMkLst>
          <pc:docMk/>
          <pc:sldMk cId="4253301341" sldId="2429"/>
        </pc:sldMkLst>
        <pc:picChg chg="add mod modCrop">
          <ac:chgData name="Graham, Neal T" userId="S::neal.graham@pnnl.gov::c19a707a-7e06-4439-aeb8-f47cf54231fa" providerId="AD" clId="Web-{56B03F3E-0DA9-C7C8-8CCA-E96C01CADEE5}" dt="2025-06-03T10:11:48.529" v="37" actId="1076"/>
          <ac:picMkLst>
            <pc:docMk/>
            <pc:sldMk cId="4253301341" sldId="2429"/>
            <ac:picMk id="4" creationId="{9F14BCAE-BBB0-BF60-5735-B17E13A390BC}"/>
          </ac:picMkLst>
        </pc:picChg>
        <pc:picChg chg="del">
          <ac:chgData name="Graham, Neal T" userId="S::neal.graham@pnnl.gov::c19a707a-7e06-4439-aeb8-f47cf54231fa" providerId="AD" clId="Web-{56B03F3E-0DA9-C7C8-8CCA-E96C01CADEE5}" dt="2025-06-03T10:09:04.218" v="11"/>
          <ac:picMkLst>
            <pc:docMk/>
            <pc:sldMk cId="4253301341" sldId="2429"/>
            <ac:picMk id="5" creationId="{8D19EC85-F139-4C2B-3BD3-24324F529E6B}"/>
          </ac:picMkLst>
        </pc:picChg>
        <pc:picChg chg="add mod modCrop">
          <ac:chgData name="Graham, Neal T" userId="S::neal.graham@pnnl.gov::c19a707a-7e06-4439-aeb8-f47cf54231fa" providerId="AD" clId="Web-{56B03F3E-0DA9-C7C8-8CCA-E96C01CADEE5}" dt="2025-06-03T10:10:43.483" v="30" actId="1076"/>
          <ac:picMkLst>
            <pc:docMk/>
            <pc:sldMk cId="4253301341" sldId="2429"/>
            <ac:picMk id="6" creationId="{C0CB1641-B1CD-6796-5D0C-04DF67B5948A}"/>
          </ac:picMkLst>
        </pc:picChg>
        <pc:picChg chg="add mod modCrop">
          <ac:chgData name="Graham, Neal T" userId="S::neal.graham@pnnl.gov::c19a707a-7e06-4439-aeb8-f47cf54231fa" providerId="AD" clId="Web-{56B03F3E-0DA9-C7C8-8CCA-E96C01CADEE5}" dt="2025-06-03T10:13:14.435" v="50" actId="1076"/>
          <ac:picMkLst>
            <pc:docMk/>
            <pc:sldMk cId="4253301341" sldId="2429"/>
            <ac:picMk id="7" creationId="{8FBE6BC1-9D47-923D-5E02-D9327B07DECC}"/>
          </ac:picMkLst>
        </pc:picChg>
        <pc:picChg chg="add del mod">
          <ac:chgData name="Graham, Neal T" userId="S::neal.graham@pnnl.gov::c19a707a-7e06-4439-aeb8-f47cf54231fa" providerId="AD" clId="Web-{56B03F3E-0DA9-C7C8-8CCA-E96C01CADEE5}" dt="2025-06-03T10:11:16.576" v="32"/>
          <ac:picMkLst>
            <pc:docMk/>
            <pc:sldMk cId="4253301341" sldId="2429"/>
            <ac:picMk id="8" creationId="{A1DDB42C-1185-385B-3FA7-64FA185B6EED}"/>
          </ac:picMkLst>
        </pc:picChg>
        <pc:picChg chg="add mod modCrop">
          <ac:chgData name="Graham, Neal T" userId="S::neal.graham@pnnl.gov::c19a707a-7e06-4439-aeb8-f47cf54231fa" providerId="AD" clId="Web-{56B03F3E-0DA9-C7C8-8CCA-E96C01CADEE5}" dt="2025-06-03T10:12:53.873" v="48" actId="14100"/>
          <ac:picMkLst>
            <pc:docMk/>
            <pc:sldMk cId="4253301341" sldId="2429"/>
            <ac:picMk id="9" creationId="{D8B4FA2B-30FE-7283-9A3F-ABC017DA2535}"/>
          </ac:picMkLst>
        </pc:picChg>
      </pc:sldChg>
    </pc:docChg>
  </pc:docChgLst>
  <pc:docChgLst>
    <pc:chgData name="Zhao, Xin" userId="S::xin.zhao@pnnl.gov::384317b9-971a-4c78-9ca2-d446b555894d" providerId="AD" clId="Web-{FBADD086-3E44-AE97-A83C-53661060259A}"/>
    <pc:docChg chg="addSld delSld modSld">
      <pc:chgData name="Zhao, Xin" userId="S::xin.zhao@pnnl.gov::384317b9-971a-4c78-9ca2-d446b555894d" providerId="AD" clId="Web-{FBADD086-3E44-AE97-A83C-53661060259A}" dt="2025-06-02T14:44:24.759" v="96" actId="20577"/>
      <pc:docMkLst>
        <pc:docMk/>
      </pc:docMkLst>
      <pc:sldChg chg="modSp">
        <pc:chgData name="Zhao, Xin" userId="S::xin.zhao@pnnl.gov::384317b9-971a-4c78-9ca2-d446b555894d" providerId="AD" clId="Web-{FBADD086-3E44-AE97-A83C-53661060259A}" dt="2025-06-02T14:42:02.209" v="82" actId="14100"/>
        <pc:sldMkLst>
          <pc:docMk/>
          <pc:sldMk cId="1699153182" sldId="272"/>
        </pc:sldMkLst>
        <pc:spChg chg="mod">
          <ac:chgData name="Zhao, Xin" userId="S::xin.zhao@pnnl.gov::384317b9-971a-4c78-9ca2-d446b555894d" providerId="AD" clId="Web-{FBADD086-3E44-AE97-A83C-53661060259A}" dt="2025-06-02T14:42:02.209" v="82" actId="14100"/>
          <ac:spMkLst>
            <pc:docMk/>
            <pc:sldMk cId="1699153182" sldId="272"/>
            <ac:spMk id="4" creationId="{3614A67D-5B55-624F-BC79-738489559594}"/>
          </ac:spMkLst>
        </pc:spChg>
        <pc:spChg chg="mod">
          <ac:chgData name="Zhao, Xin" userId="S::xin.zhao@pnnl.gov::384317b9-971a-4c78-9ca2-d446b555894d" providerId="AD" clId="Web-{FBADD086-3E44-AE97-A83C-53661060259A}" dt="2025-06-02T14:41:59.115" v="69" actId="1076"/>
          <ac:spMkLst>
            <pc:docMk/>
            <pc:sldMk cId="1699153182" sldId="272"/>
            <ac:spMk id="5" creationId="{C87E1993-BB0A-BB48-AD61-027789578012}"/>
          </ac:spMkLst>
        </pc:spChg>
        <pc:spChg chg="mod">
          <ac:chgData name="Zhao, Xin" userId="S::xin.zhao@pnnl.gov::384317b9-971a-4c78-9ca2-d446b555894d" providerId="AD" clId="Web-{FBADD086-3E44-AE97-A83C-53661060259A}" dt="2025-06-02T14:41:59.162" v="70" actId="1076"/>
          <ac:spMkLst>
            <pc:docMk/>
            <pc:sldMk cId="1699153182" sldId="272"/>
            <ac:spMk id="6" creationId="{AC79B5CC-7789-8D41-8082-8AA72A702E0F}"/>
          </ac:spMkLst>
        </pc:spChg>
        <pc:spChg chg="mod">
          <ac:chgData name="Zhao, Xin" userId="S::xin.zhao@pnnl.gov::384317b9-971a-4c78-9ca2-d446b555894d" providerId="AD" clId="Web-{FBADD086-3E44-AE97-A83C-53661060259A}" dt="2025-06-02T14:41:59.178" v="71" actId="1076"/>
          <ac:spMkLst>
            <pc:docMk/>
            <pc:sldMk cId="1699153182" sldId="272"/>
            <ac:spMk id="8" creationId="{B6131122-AC38-054B-BE09-7475D3D94EBC}"/>
          </ac:spMkLst>
        </pc:spChg>
        <pc:spChg chg="mod">
          <ac:chgData name="Zhao, Xin" userId="S::xin.zhao@pnnl.gov::384317b9-971a-4c78-9ca2-d446b555894d" providerId="AD" clId="Web-{FBADD086-3E44-AE97-A83C-53661060259A}" dt="2025-06-02T14:41:59.209" v="72" actId="1076"/>
          <ac:spMkLst>
            <pc:docMk/>
            <pc:sldMk cId="1699153182" sldId="272"/>
            <ac:spMk id="12" creationId="{A0CEB936-5955-6341-8038-AA8F7654AC9F}"/>
          </ac:spMkLst>
        </pc:spChg>
        <pc:spChg chg="mod">
          <ac:chgData name="Zhao, Xin" userId="S::xin.zhao@pnnl.gov::384317b9-971a-4c78-9ca2-d446b555894d" providerId="AD" clId="Web-{FBADD086-3E44-AE97-A83C-53661060259A}" dt="2025-06-02T14:41:59.287" v="75" actId="1076"/>
          <ac:spMkLst>
            <pc:docMk/>
            <pc:sldMk cId="1699153182" sldId="272"/>
            <ac:spMk id="17" creationId="{6305B543-F50A-A949-A1E8-77AAD7FE3332}"/>
          </ac:spMkLst>
        </pc:spChg>
        <pc:spChg chg="mod">
          <ac:chgData name="Zhao, Xin" userId="S::xin.zhao@pnnl.gov::384317b9-971a-4c78-9ca2-d446b555894d" providerId="AD" clId="Web-{FBADD086-3E44-AE97-A83C-53661060259A}" dt="2025-06-02T14:41:59.303" v="76" actId="1076"/>
          <ac:spMkLst>
            <pc:docMk/>
            <pc:sldMk cId="1699153182" sldId="272"/>
            <ac:spMk id="18" creationId="{4BBC9CD7-C056-B341-BEE1-98CDE9120B97}"/>
          </ac:spMkLst>
        </pc:spChg>
        <pc:spChg chg="mod">
          <ac:chgData name="Zhao, Xin" userId="S::xin.zhao@pnnl.gov::384317b9-971a-4c78-9ca2-d446b555894d" providerId="AD" clId="Web-{FBADD086-3E44-AE97-A83C-53661060259A}" dt="2025-06-02T14:41:59.334" v="77" actId="1076"/>
          <ac:spMkLst>
            <pc:docMk/>
            <pc:sldMk cId="1699153182" sldId="272"/>
            <ac:spMk id="19" creationId="{3346A8B6-0122-A144-9C16-86A2824F4035}"/>
          </ac:spMkLst>
        </pc:spChg>
        <pc:cxnChg chg="mod">
          <ac:chgData name="Zhao, Xin" userId="S::xin.zhao@pnnl.gov::384317b9-971a-4c78-9ca2-d446b555894d" providerId="AD" clId="Web-{FBADD086-3E44-AE97-A83C-53661060259A}" dt="2025-06-02T14:41:59.225" v="73" actId="1076"/>
          <ac:cxnSpMkLst>
            <pc:docMk/>
            <pc:sldMk cId="1699153182" sldId="272"/>
            <ac:cxnSpMk id="14" creationId="{A494F5FF-DA15-354D-AA90-F4F81AECA0D8}"/>
          </ac:cxnSpMkLst>
        </pc:cxnChg>
        <pc:cxnChg chg="mod">
          <ac:chgData name="Zhao, Xin" userId="S::xin.zhao@pnnl.gov::384317b9-971a-4c78-9ca2-d446b555894d" providerId="AD" clId="Web-{FBADD086-3E44-AE97-A83C-53661060259A}" dt="2025-06-02T14:41:59.240" v="74" actId="1076"/>
          <ac:cxnSpMkLst>
            <pc:docMk/>
            <pc:sldMk cId="1699153182" sldId="272"/>
            <ac:cxnSpMk id="16" creationId="{6A4CC2E3-D773-D041-A20B-B2618279A219}"/>
          </ac:cxnSpMkLst>
        </pc:cxnChg>
        <pc:cxnChg chg="mod">
          <ac:chgData name="Zhao, Xin" userId="S::xin.zhao@pnnl.gov::384317b9-971a-4c78-9ca2-d446b555894d" providerId="AD" clId="Web-{FBADD086-3E44-AE97-A83C-53661060259A}" dt="2025-06-02T14:41:59.350" v="78" actId="1076"/>
          <ac:cxnSpMkLst>
            <pc:docMk/>
            <pc:sldMk cId="1699153182" sldId="272"/>
            <ac:cxnSpMk id="20" creationId="{7E7FE130-E850-6440-B1AC-0444E06EC402}"/>
          </ac:cxnSpMkLst>
        </pc:cxnChg>
        <pc:cxnChg chg="mod">
          <ac:chgData name="Zhao, Xin" userId="S::xin.zhao@pnnl.gov::384317b9-971a-4c78-9ca2-d446b555894d" providerId="AD" clId="Web-{FBADD086-3E44-AE97-A83C-53661060259A}" dt="2025-06-02T14:41:59.365" v="79" actId="1076"/>
          <ac:cxnSpMkLst>
            <pc:docMk/>
            <pc:sldMk cId="1699153182" sldId="272"/>
            <ac:cxnSpMk id="21" creationId="{4D7A91F2-59CF-9E45-9A5F-25ABED4A342D}"/>
          </ac:cxnSpMkLst>
        </pc:cxnChg>
        <pc:cxnChg chg="mod">
          <ac:chgData name="Zhao, Xin" userId="S::xin.zhao@pnnl.gov::384317b9-971a-4c78-9ca2-d446b555894d" providerId="AD" clId="Web-{FBADD086-3E44-AE97-A83C-53661060259A}" dt="2025-06-02T14:41:59.381" v="80" actId="1076"/>
          <ac:cxnSpMkLst>
            <pc:docMk/>
            <pc:sldMk cId="1699153182" sldId="272"/>
            <ac:cxnSpMk id="23" creationId="{D30FD762-E97F-BA4B-97C1-3F87E22A70EC}"/>
          </ac:cxnSpMkLst>
        </pc:cxnChg>
        <pc:cxnChg chg="mod">
          <ac:chgData name="Zhao, Xin" userId="S::xin.zhao@pnnl.gov::384317b9-971a-4c78-9ca2-d446b555894d" providerId="AD" clId="Web-{FBADD086-3E44-AE97-A83C-53661060259A}" dt="2025-06-02T14:41:59.381" v="81" actId="1076"/>
          <ac:cxnSpMkLst>
            <pc:docMk/>
            <pc:sldMk cId="1699153182" sldId="272"/>
            <ac:cxnSpMk id="25" creationId="{FFDCE8D6-810D-F341-BCB2-C1228AB53B11}"/>
          </ac:cxnSpMkLst>
        </pc:cxnChg>
      </pc:sldChg>
      <pc:sldChg chg="del">
        <pc:chgData name="Zhao, Xin" userId="S::xin.zhao@pnnl.gov::384317b9-971a-4c78-9ca2-d446b555894d" providerId="AD" clId="Web-{FBADD086-3E44-AE97-A83C-53661060259A}" dt="2025-06-02T14:36:13.045" v="4"/>
        <pc:sldMkLst>
          <pc:docMk/>
          <pc:sldMk cId="579636521" sldId="1004"/>
        </pc:sldMkLst>
      </pc:sldChg>
      <pc:sldChg chg="del">
        <pc:chgData name="Zhao, Xin" userId="S::xin.zhao@pnnl.gov::384317b9-971a-4c78-9ca2-d446b555894d" providerId="AD" clId="Web-{FBADD086-3E44-AE97-A83C-53661060259A}" dt="2025-06-02T14:38:02.954" v="28"/>
        <pc:sldMkLst>
          <pc:docMk/>
          <pc:sldMk cId="3088241196" sldId="1282"/>
        </pc:sldMkLst>
      </pc:sldChg>
      <pc:sldChg chg="modSp">
        <pc:chgData name="Zhao, Xin" userId="S::xin.zhao@pnnl.gov::384317b9-971a-4c78-9ca2-d446b555894d" providerId="AD" clId="Web-{FBADD086-3E44-AE97-A83C-53661060259A}" dt="2025-06-02T14:41:36.068" v="67" actId="20577"/>
        <pc:sldMkLst>
          <pc:docMk/>
          <pc:sldMk cId="3407375096" sldId="2436"/>
        </pc:sldMkLst>
        <pc:spChg chg="mod">
          <ac:chgData name="Zhao, Xin" userId="S::xin.zhao@pnnl.gov::384317b9-971a-4c78-9ca2-d446b555894d" providerId="AD" clId="Web-{FBADD086-3E44-AE97-A83C-53661060259A}" dt="2025-06-02T14:41:36.068" v="67" actId="20577"/>
          <ac:spMkLst>
            <pc:docMk/>
            <pc:sldMk cId="3407375096" sldId="2436"/>
            <ac:spMk id="4" creationId="{3614A67D-5B55-624F-BC79-738489559594}"/>
          </ac:spMkLst>
        </pc:spChg>
      </pc:sldChg>
      <pc:sldChg chg="modSp">
        <pc:chgData name="Zhao, Xin" userId="S::xin.zhao@pnnl.gov::384317b9-971a-4c78-9ca2-d446b555894d" providerId="AD" clId="Web-{FBADD086-3E44-AE97-A83C-53661060259A}" dt="2025-06-02T14:44:24.759" v="96" actId="20577"/>
        <pc:sldMkLst>
          <pc:docMk/>
          <pc:sldMk cId="3818899122" sldId="2438"/>
        </pc:sldMkLst>
        <pc:spChg chg="mod">
          <ac:chgData name="Zhao, Xin" userId="S::xin.zhao@pnnl.gov::384317b9-971a-4c78-9ca2-d446b555894d" providerId="AD" clId="Web-{FBADD086-3E44-AE97-A83C-53661060259A}" dt="2025-06-02T14:44:24.759" v="96" actId="20577"/>
          <ac:spMkLst>
            <pc:docMk/>
            <pc:sldMk cId="3818899122" sldId="2438"/>
            <ac:spMk id="3" creationId="{00000000-0000-0000-0000-000000000000}"/>
          </ac:spMkLst>
        </pc:spChg>
      </pc:sldChg>
      <pc:sldChg chg="del">
        <pc:chgData name="Zhao, Xin" userId="S::xin.zhao@pnnl.gov::384317b9-971a-4c78-9ca2-d446b555894d" providerId="AD" clId="Web-{FBADD086-3E44-AE97-A83C-53661060259A}" dt="2025-06-02T14:36:40.671" v="9"/>
        <pc:sldMkLst>
          <pc:docMk/>
          <pc:sldMk cId="1569256522" sldId="2439"/>
        </pc:sldMkLst>
      </pc:sldChg>
      <pc:sldChg chg="del">
        <pc:chgData name="Zhao, Xin" userId="S::xin.zhao@pnnl.gov::384317b9-971a-4c78-9ca2-d446b555894d" providerId="AD" clId="Web-{FBADD086-3E44-AE97-A83C-53661060259A}" dt="2025-06-02T14:36:13.045" v="3"/>
        <pc:sldMkLst>
          <pc:docMk/>
          <pc:sldMk cId="1373572470" sldId="2440"/>
        </pc:sldMkLst>
      </pc:sldChg>
      <pc:sldChg chg="modSp">
        <pc:chgData name="Zhao, Xin" userId="S::xin.zhao@pnnl.gov::384317b9-971a-4c78-9ca2-d446b555894d" providerId="AD" clId="Web-{FBADD086-3E44-AE97-A83C-53661060259A}" dt="2025-06-02T14:37:11.171" v="26" actId="20577"/>
        <pc:sldMkLst>
          <pc:docMk/>
          <pc:sldMk cId="3052772682" sldId="2442"/>
        </pc:sldMkLst>
        <pc:spChg chg="mod">
          <ac:chgData name="Zhao, Xin" userId="S::xin.zhao@pnnl.gov::384317b9-971a-4c78-9ca2-d446b555894d" providerId="AD" clId="Web-{FBADD086-3E44-AE97-A83C-53661060259A}" dt="2025-06-02T14:36:21.452" v="7" actId="20577"/>
          <ac:spMkLst>
            <pc:docMk/>
            <pc:sldMk cId="3052772682" sldId="2442"/>
            <ac:spMk id="2" creationId="{00000000-0000-0000-0000-000000000000}"/>
          </ac:spMkLst>
        </pc:spChg>
        <pc:spChg chg="mod">
          <ac:chgData name="Zhao, Xin" userId="S::xin.zhao@pnnl.gov::384317b9-971a-4c78-9ca2-d446b555894d" providerId="AD" clId="Web-{FBADD086-3E44-AE97-A83C-53661060259A}" dt="2025-06-02T14:37:11.171" v="26" actId="20577"/>
          <ac:spMkLst>
            <pc:docMk/>
            <pc:sldMk cId="3052772682" sldId="2442"/>
            <ac:spMk id="3" creationId="{00000000-0000-0000-0000-000000000000}"/>
          </ac:spMkLst>
        </pc:spChg>
      </pc:sldChg>
      <pc:sldChg chg="modSp add">
        <pc:chgData name="Zhao, Xin" userId="S::xin.zhao@pnnl.gov::384317b9-971a-4c78-9ca2-d446b555894d" providerId="AD" clId="Web-{FBADD086-3E44-AE97-A83C-53661060259A}" dt="2025-06-02T14:42:38.772" v="84" actId="20577"/>
        <pc:sldMkLst>
          <pc:docMk/>
          <pc:sldMk cId="3069003189" sldId="2444"/>
        </pc:sldMkLst>
        <pc:spChg chg="mod">
          <ac:chgData name="Zhao, Xin" userId="S::xin.zhao@pnnl.gov::384317b9-971a-4c78-9ca2-d446b555894d" providerId="AD" clId="Web-{FBADD086-3E44-AE97-A83C-53661060259A}" dt="2025-06-02T14:42:38.772" v="84" actId="20577"/>
          <ac:spMkLst>
            <pc:docMk/>
            <pc:sldMk cId="3069003189" sldId="2444"/>
            <ac:spMk id="3" creationId="{022A039F-7BE4-CE15-E867-2F14EE80D097}"/>
          </ac:spMkLst>
        </pc:spChg>
      </pc:sldChg>
      <pc:sldChg chg="modSp add">
        <pc:chgData name="Zhao, Xin" userId="S::xin.zhao@pnnl.gov::384317b9-971a-4c78-9ca2-d446b555894d" providerId="AD" clId="Web-{FBADD086-3E44-AE97-A83C-53661060259A}" dt="2025-06-02T14:42:41.694" v="86" actId="20577"/>
        <pc:sldMkLst>
          <pc:docMk/>
          <pc:sldMk cId="526299726" sldId="2445"/>
        </pc:sldMkLst>
        <pc:spChg chg="mod">
          <ac:chgData name="Zhao, Xin" userId="S::xin.zhao@pnnl.gov::384317b9-971a-4c78-9ca2-d446b555894d" providerId="AD" clId="Web-{FBADD086-3E44-AE97-A83C-53661060259A}" dt="2025-06-02T14:42:41.694" v="86" actId="20577"/>
          <ac:spMkLst>
            <pc:docMk/>
            <pc:sldMk cId="526299726" sldId="2445"/>
            <ac:spMk id="3" creationId="{6C600DBE-175A-EB6C-DAFF-DA86FEB407EF}"/>
          </ac:spMkLst>
        </pc:spChg>
      </pc:sldChg>
      <pc:sldChg chg="modSp add">
        <pc:chgData name="Zhao, Xin" userId="S::xin.zhao@pnnl.gov::384317b9-971a-4c78-9ca2-d446b555894d" providerId="AD" clId="Web-{FBADD086-3E44-AE97-A83C-53661060259A}" dt="2025-06-02T14:42:44.663" v="88" actId="20577"/>
        <pc:sldMkLst>
          <pc:docMk/>
          <pc:sldMk cId="1444312800" sldId="2446"/>
        </pc:sldMkLst>
        <pc:spChg chg="mod">
          <ac:chgData name="Zhao, Xin" userId="S::xin.zhao@pnnl.gov::384317b9-971a-4c78-9ca2-d446b555894d" providerId="AD" clId="Web-{FBADD086-3E44-AE97-A83C-53661060259A}" dt="2025-06-02T14:42:44.663" v="88" actId="20577"/>
          <ac:spMkLst>
            <pc:docMk/>
            <pc:sldMk cId="1444312800" sldId="2446"/>
            <ac:spMk id="3" creationId="{5CB1010B-7AF8-D421-B144-F0610ADA4DF1}"/>
          </ac:spMkLst>
        </pc:spChg>
      </pc:sldChg>
      <pc:sldChg chg="add">
        <pc:chgData name="Zhao, Xin" userId="S::xin.zhao@pnnl.gov::384317b9-971a-4c78-9ca2-d446b555894d" providerId="AD" clId="Web-{FBADD086-3E44-AE97-A83C-53661060259A}" dt="2025-06-02T14:36:36.514" v="8"/>
        <pc:sldMkLst>
          <pc:docMk/>
          <pc:sldMk cId="651664441" sldId="2447"/>
        </pc:sldMkLst>
      </pc:sldChg>
      <pc:sldChg chg="add">
        <pc:chgData name="Zhao, Xin" userId="S::xin.zhao@pnnl.gov::384317b9-971a-4c78-9ca2-d446b555894d" providerId="AD" clId="Web-{FBADD086-3E44-AE97-A83C-53661060259A}" dt="2025-06-02T14:37:55.188" v="27"/>
        <pc:sldMkLst>
          <pc:docMk/>
          <pc:sldMk cId="2280077998" sldId="2448"/>
        </pc:sldMkLst>
      </pc:sldChg>
    </pc:docChg>
  </pc:docChgLst>
  <pc:docChgLst>
    <pc:chgData name="Binsted, Matthew T" userId="S::matthew.binsted@pnnl.gov::c7da1a4d-51f4-4da2-9270-a2893e466313" providerId="AD" clId="Web-{635F43BB-07FA-ECC6-2047-B9CB006F0E8A}"/>
    <pc:docChg chg="addSld modSld">
      <pc:chgData name="Binsted, Matthew T" userId="S::matthew.binsted@pnnl.gov::c7da1a4d-51f4-4da2-9270-a2893e466313" providerId="AD" clId="Web-{635F43BB-07FA-ECC6-2047-B9CB006F0E8A}" dt="2025-06-03T03:57:27.875" v="10"/>
      <pc:docMkLst>
        <pc:docMk/>
      </pc:docMkLst>
      <pc:sldChg chg="modSp">
        <pc:chgData name="Binsted, Matthew T" userId="S::matthew.binsted@pnnl.gov::c7da1a4d-51f4-4da2-9270-a2893e466313" providerId="AD" clId="Web-{635F43BB-07FA-ECC6-2047-B9CB006F0E8A}" dt="2025-06-03T03:57:17.171" v="8" actId="20577"/>
        <pc:sldMkLst>
          <pc:docMk/>
          <pc:sldMk cId="1499594812" sldId="2443"/>
        </pc:sldMkLst>
        <pc:spChg chg="mod">
          <ac:chgData name="Binsted, Matthew T" userId="S::matthew.binsted@pnnl.gov::c7da1a4d-51f4-4da2-9270-a2893e466313" providerId="AD" clId="Web-{635F43BB-07FA-ECC6-2047-B9CB006F0E8A}" dt="2025-06-03T03:57:17.171" v="8" actId="20577"/>
          <ac:spMkLst>
            <pc:docMk/>
            <pc:sldMk cId="1499594812" sldId="2443"/>
            <ac:spMk id="7" creationId="{EC5E11C2-6B5B-BA1F-4105-9F6544947AD1}"/>
          </ac:spMkLst>
        </pc:spChg>
      </pc:sldChg>
      <pc:sldChg chg="addSp delSp modSp add replId">
        <pc:chgData name="Binsted, Matthew T" userId="S::matthew.binsted@pnnl.gov::c7da1a4d-51f4-4da2-9270-a2893e466313" providerId="AD" clId="Web-{635F43BB-07FA-ECC6-2047-B9CB006F0E8A}" dt="2025-06-03T03:57:27.875" v="10"/>
        <pc:sldMkLst>
          <pc:docMk/>
          <pc:sldMk cId="3692629344" sldId="2450"/>
        </pc:sldMkLst>
        <pc:spChg chg="add del mod">
          <ac:chgData name="Binsted, Matthew T" userId="S::matthew.binsted@pnnl.gov::c7da1a4d-51f4-4da2-9270-a2893e466313" providerId="AD" clId="Web-{635F43BB-07FA-ECC6-2047-B9CB006F0E8A}" dt="2025-06-03T03:56:33.295" v="2"/>
          <ac:spMkLst>
            <pc:docMk/>
            <pc:sldMk cId="3692629344" sldId="2450"/>
            <ac:spMk id="4" creationId="{ADFA5163-182D-67AB-A309-8112682B40D2}"/>
          </ac:spMkLst>
        </pc:spChg>
        <pc:spChg chg="mod">
          <ac:chgData name="Binsted, Matthew T" userId="S::matthew.binsted@pnnl.gov::c7da1a4d-51f4-4da2-9270-a2893e466313" providerId="AD" clId="Web-{635F43BB-07FA-ECC6-2047-B9CB006F0E8A}" dt="2025-06-03T03:57:27.875" v="10"/>
          <ac:spMkLst>
            <pc:docMk/>
            <pc:sldMk cId="3692629344" sldId="2450"/>
            <ac:spMk id="7" creationId="{A91FAFCA-66E6-D669-4265-3A81FD2DF917}"/>
          </ac:spMkLst>
        </pc:spChg>
        <pc:spChg chg="del">
          <ac:chgData name="Binsted, Matthew T" userId="S::matthew.binsted@pnnl.gov::c7da1a4d-51f4-4da2-9270-a2893e466313" providerId="AD" clId="Web-{635F43BB-07FA-ECC6-2047-B9CB006F0E8A}" dt="2025-06-03T03:56:30.655" v="1"/>
          <ac:spMkLst>
            <pc:docMk/>
            <pc:sldMk cId="3692629344" sldId="2450"/>
            <ac:spMk id="8" creationId="{7F3717AD-0AA6-2268-0DB0-E5352C32CB2B}"/>
          </ac:spMkLst>
        </pc:spChg>
        <pc:picChg chg="add mod">
          <ac:chgData name="Binsted, Matthew T" userId="S::matthew.binsted@pnnl.gov::c7da1a4d-51f4-4da2-9270-a2893e466313" providerId="AD" clId="Web-{635F43BB-07FA-ECC6-2047-B9CB006F0E8A}" dt="2025-06-03T03:56:56.374" v="6" actId="1076"/>
          <ac:picMkLst>
            <pc:docMk/>
            <pc:sldMk cId="3692629344" sldId="2450"/>
            <ac:picMk id="5" creationId="{509CBAF4-3470-887A-0EEE-20159F24EC74}"/>
          </ac:picMkLst>
        </pc:picChg>
      </pc:sldChg>
    </pc:docChg>
  </pc:docChgLst>
  <pc:docChgLst>
    <pc:chgData name="Graham, Neal T" userId="S::neal.graham@pnnl.gov::c19a707a-7e06-4439-aeb8-f47cf54231fa" providerId="AD" clId="Web-{B58850A7-FED6-BFB9-2774-6EB902C7F031}"/>
    <pc:docChg chg="modSld">
      <pc:chgData name="Graham, Neal T" userId="S::neal.graham@pnnl.gov::c19a707a-7e06-4439-aeb8-f47cf54231fa" providerId="AD" clId="Web-{B58850A7-FED6-BFB9-2774-6EB902C7F031}" dt="2025-05-30T14:19:23.213" v="16" actId="1076"/>
      <pc:docMkLst>
        <pc:docMk/>
      </pc:docMkLst>
      <pc:sldChg chg="addSp delSp modSp">
        <pc:chgData name="Graham, Neal T" userId="S::neal.graham@pnnl.gov::c19a707a-7e06-4439-aeb8-f47cf54231fa" providerId="AD" clId="Web-{B58850A7-FED6-BFB9-2774-6EB902C7F031}" dt="2025-05-30T14:19:23.213" v="16" actId="1076"/>
        <pc:sldMkLst>
          <pc:docMk/>
          <pc:sldMk cId="1880193496" sldId="319"/>
        </pc:sldMkLst>
        <pc:spChg chg="mod">
          <ac:chgData name="Graham, Neal T" userId="S::neal.graham@pnnl.gov::c19a707a-7e06-4439-aeb8-f47cf54231fa" providerId="AD" clId="Web-{B58850A7-FED6-BFB9-2774-6EB902C7F031}" dt="2025-05-30T14:19:23.213" v="16" actId="1076"/>
          <ac:spMkLst>
            <pc:docMk/>
            <pc:sldMk cId="1880193496" sldId="319"/>
            <ac:spMk id="4" creationId="{590BA2DD-5803-6748-9582-1197718979F9}"/>
          </ac:spMkLst>
        </pc:spChg>
        <pc:spChg chg="add">
          <ac:chgData name="Graham, Neal T" userId="S::neal.graham@pnnl.gov::c19a707a-7e06-4439-aeb8-f47cf54231fa" providerId="AD" clId="Web-{B58850A7-FED6-BFB9-2774-6EB902C7F031}" dt="2025-05-30T14:19:13.385" v="3"/>
          <ac:spMkLst>
            <pc:docMk/>
            <pc:sldMk cId="1880193496" sldId="319"/>
            <ac:spMk id="7" creationId="{4F1A39F9-57D5-F813-96C8-457D96B8DCD6}"/>
          </ac:spMkLst>
        </pc:spChg>
        <pc:spChg chg="add">
          <ac:chgData name="Graham, Neal T" userId="S::neal.graham@pnnl.gov::c19a707a-7e06-4439-aeb8-f47cf54231fa" providerId="AD" clId="Web-{B58850A7-FED6-BFB9-2774-6EB902C7F031}" dt="2025-05-30T14:19:13.432" v="5"/>
          <ac:spMkLst>
            <pc:docMk/>
            <pc:sldMk cId="1880193496" sldId="319"/>
            <ac:spMk id="11" creationId="{42132F99-BF0B-8B8C-EDD7-D6C1C87855D4}"/>
          </ac:spMkLst>
        </pc:spChg>
        <pc:spChg chg="add">
          <ac:chgData name="Graham, Neal T" userId="S::neal.graham@pnnl.gov::c19a707a-7e06-4439-aeb8-f47cf54231fa" providerId="AD" clId="Web-{B58850A7-FED6-BFB9-2774-6EB902C7F031}" dt="2025-05-30T14:19:13.432" v="6"/>
          <ac:spMkLst>
            <pc:docMk/>
            <pc:sldMk cId="1880193496" sldId="319"/>
            <ac:spMk id="14" creationId="{DD9F7F69-EFE6-B8EC-52F8-92D58F2B614A}"/>
          </ac:spMkLst>
        </pc:spChg>
        <pc:spChg chg="add">
          <ac:chgData name="Graham, Neal T" userId="S::neal.graham@pnnl.gov::c19a707a-7e06-4439-aeb8-f47cf54231fa" providerId="AD" clId="Web-{B58850A7-FED6-BFB9-2774-6EB902C7F031}" dt="2025-05-30T14:19:13.494" v="8"/>
          <ac:spMkLst>
            <pc:docMk/>
            <pc:sldMk cId="1880193496" sldId="319"/>
            <ac:spMk id="18" creationId="{E126F9FE-2097-C60F-3659-9AC0E8A47C72}"/>
          </ac:spMkLst>
        </pc:spChg>
        <pc:spChg chg="add">
          <ac:chgData name="Graham, Neal T" userId="S::neal.graham@pnnl.gov::c19a707a-7e06-4439-aeb8-f47cf54231fa" providerId="AD" clId="Web-{B58850A7-FED6-BFB9-2774-6EB902C7F031}" dt="2025-05-30T14:19:13.557" v="10"/>
          <ac:spMkLst>
            <pc:docMk/>
            <pc:sldMk cId="1880193496" sldId="319"/>
            <ac:spMk id="22" creationId="{021916F8-528E-3ACC-856D-DDD636EEABB3}"/>
          </ac:spMkLst>
        </pc:spChg>
        <pc:spChg chg="add">
          <ac:chgData name="Graham, Neal T" userId="S::neal.graham@pnnl.gov::c19a707a-7e06-4439-aeb8-f47cf54231fa" providerId="AD" clId="Web-{B58850A7-FED6-BFB9-2774-6EB902C7F031}" dt="2025-05-30T14:19:13.572" v="11"/>
          <ac:spMkLst>
            <pc:docMk/>
            <pc:sldMk cId="1880193496" sldId="319"/>
            <ac:spMk id="24" creationId="{CF770346-3F7A-D1AE-5987-553BA0589602}"/>
          </ac:spMkLst>
        </pc:spChg>
        <pc:picChg chg="add">
          <ac:chgData name="Graham, Neal T" userId="S::neal.graham@pnnl.gov::c19a707a-7e06-4439-aeb8-f47cf54231fa" providerId="AD" clId="Web-{B58850A7-FED6-BFB9-2774-6EB902C7F031}" dt="2025-05-30T14:19:13.416" v="4"/>
          <ac:picMkLst>
            <pc:docMk/>
            <pc:sldMk cId="1880193496" sldId="319"/>
            <ac:picMk id="9" creationId="{FD6DD686-F98D-60FF-E2E9-797307265D47}"/>
          </ac:picMkLst>
        </pc:picChg>
        <pc:picChg chg="add">
          <ac:chgData name="Graham, Neal T" userId="S::neal.graham@pnnl.gov::c19a707a-7e06-4439-aeb8-f47cf54231fa" providerId="AD" clId="Web-{B58850A7-FED6-BFB9-2774-6EB902C7F031}" dt="2025-05-30T14:19:13.479" v="7"/>
          <ac:picMkLst>
            <pc:docMk/>
            <pc:sldMk cId="1880193496" sldId="319"/>
            <ac:picMk id="16" creationId="{ECE5972D-0DC1-B8F3-364B-8FBB020DFF82}"/>
          </ac:picMkLst>
        </pc:picChg>
        <pc:picChg chg="add">
          <ac:chgData name="Graham, Neal T" userId="S::neal.graham@pnnl.gov::c19a707a-7e06-4439-aeb8-f47cf54231fa" providerId="AD" clId="Web-{B58850A7-FED6-BFB9-2774-6EB902C7F031}" dt="2025-05-30T14:19:13.541" v="9"/>
          <ac:picMkLst>
            <pc:docMk/>
            <pc:sldMk cId="1880193496" sldId="319"/>
            <ac:picMk id="20" creationId="{CABFA868-BEE3-E60E-3D5E-1A1CF6045968}"/>
          </ac:picMkLst>
        </pc:picChg>
        <pc:picChg chg="add">
          <ac:chgData name="Graham, Neal T" userId="S::neal.graham@pnnl.gov::c19a707a-7e06-4439-aeb8-f47cf54231fa" providerId="AD" clId="Web-{B58850A7-FED6-BFB9-2774-6EB902C7F031}" dt="2025-05-30T14:19:13.604" v="12"/>
          <ac:picMkLst>
            <pc:docMk/>
            <pc:sldMk cId="1880193496" sldId="319"/>
            <ac:picMk id="26" creationId="{A70B0867-81A6-8B53-1101-47150315B418}"/>
          </ac:picMkLst>
        </pc:picChg>
      </pc:sldChg>
    </pc:docChg>
  </pc:docChgLst>
  <pc:docChgLst>
    <pc:chgData name="Graham, Neal T" userId="S::neal.graham@pnnl.gov::c19a707a-7e06-4439-aeb8-f47cf54231fa" providerId="AD" clId="Web-{32239D37-3128-F677-1BF5-291E26934422}"/>
    <pc:docChg chg="modSld">
      <pc:chgData name="Graham, Neal T" userId="S::neal.graham@pnnl.gov::c19a707a-7e06-4439-aeb8-f47cf54231fa" providerId="AD" clId="Web-{32239D37-3128-F677-1BF5-291E26934422}" dt="2025-05-23T14:35:53.801" v="8" actId="20577"/>
      <pc:docMkLst>
        <pc:docMk/>
      </pc:docMkLst>
      <pc:sldChg chg="modSp">
        <pc:chgData name="Graham, Neal T" userId="S::neal.graham@pnnl.gov::c19a707a-7e06-4439-aeb8-f47cf54231fa" providerId="AD" clId="Web-{32239D37-3128-F677-1BF5-291E26934422}" dt="2025-05-23T14:35:53.801" v="8" actId="20577"/>
        <pc:sldMkLst>
          <pc:docMk/>
          <pc:sldMk cId="1152154647" sldId="260"/>
        </pc:sldMkLst>
        <pc:spChg chg="mod">
          <ac:chgData name="Graham, Neal T" userId="S::neal.graham@pnnl.gov::c19a707a-7e06-4439-aeb8-f47cf54231fa" providerId="AD" clId="Web-{32239D37-3128-F677-1BF5-291E26934422}" dt="2025-05-23T14:35:53.801" v="8" actId="20577"/>
          <ac:spMkLst>
            <pc:docMk/>
            <pc:sldMk cId="1152154647" sldId="260"/>
            <ac:spMk id="7" creationId="{73D4A42D-9082-0B4A-A13A-237D7D2D9F17}"/>
          </ac:spMkLst>
        </pc:spChg>
      </pc:sldChg>
    </pc:docChg>
  </pc:docChgLst>
  <pc:docChgLst>
    <pc:chgData name="Zhao, Xin" userId="S::xin.zhao@pnnl.gov::384317b9-971a-4c78-9ca2-d446b555894d" providerId="AD" clId="Web-{EEABDCBC-9747-105C-8B80-1E6045CDB344}"/>
    <pc:docChg chg="modSld">
      <pc:chgData name="Zhao, Xin" userId="S::xin.zhao@pnnl.gov::384317b9-971a-4c78-9ca2-d446b555894d" providerId="AD" clId="Web-{EEABDCBC-9747-105C-8B80-1E6045CDB344}" dt="2025-06-03T16:50:42.367" v="10" actId="20577"/>
      <pc:docMkLst>
        <pc:docMk/>
      </pc:docMkLst>
      <pc:sldChg chg="modSp">
        <pc:chgData name="Zhao, Xin" userId="S::xin.zhao@pnnl.gov::384317b9-971a-4c78-9ca2-d446b555894d" providerId="AD" clId="Web-{EEABDCBC-9747-105C-8B80-1E6045CDB344}" dt="2025-06-03T16:50:42.367" v="10" actId="20577"/>
        <pc:sldMkLst>
          <pc:docMk/>
          <pc:sldMk cId="651664441" sldId="2447"/>
        </pc:sldMkLst>
        <pc:spChg chg="mod">
          <ac:chgData name="Zhao, Xin" userId="S::xin.zhao@pnnl.gov::384317b9-971a-4c78-9ca2-d446b555894d" providerId="AD" clId="Web-{EEABDCBC-9747-105C-8B80-1E6045CDB344}" dt="2025-06-03T16:50:42.367" v="10" actId="20577"/>
          <ac:spMkLst>
            <pc:docMk/>
            <pc:sldMk cId="651664441" sldId="2447"/>
            <ac:spMk id="4" creationId="{1F694F7A-157C-CB39-243E-F2054314F2BB}"/>
          </ac:spMkLst>
        </pc:spChg>
      </pc:sldChg>
    </pc:docChg>
  </pc:docChgLst>
  <pc:docChgLst>
    <pc:chgData name="Iyer, Gokul C" userId="710c25b3-862f-4786-bcec-66ea00a58348" providerId="ADAL" clId="{5E2ADF12-9EC1-4D8E-91A8-E702CC112926}"/>
    <pc:docChg chg="undo custSel addSld delSld modSld">
      <pc:chgData name="Iyer, Gokul C" userId="710c25b3-862f-4786-bcec-66ea00a58348" providerId="ADAL" clId="{5E2ADF12-9EC1-4D8E-91A8-E702CC112926}" dt="2025-06-03T13:04:44.010" v="717"/>
      <pc:docMkLst>
        <pc:docMk/>
      </pc:docMkLst>
      <pc:sldChg chg="add del">
        <pc:chgData name="Iyer, Gokul C" userId="710c25b3-862f-4786-bcec-66ea00a58348" providerId="ADAL" clId="{5E2ADF12-9EC1-4D8E-91A8-E702CC112926}" dt="2025-05-28T20:48:39.400" v="1"/>
        <pc:sldMkLst>
          <pc:docMk/>
          <pc:sldMk cId="3793884242" sldId="258"/>
        </pc:sldMkLst>
      </pc:sldChg>
      <pc:sldChg chg="add del">
        <pc:chgData name="Iyer, Gokul C" userId="710c25b3-862f-4786-bcec-66ea00a58348" providerId="ADAL" clId="{5E2ADF12-9EC1-4D8E-91A8-E702CC112926}" dt="2025-05-28T20:48:39.400" v="1"/>
        <pc:sldMkLst>
          <pc:docMk/>
          <pc:sldMk cId="2440420760" sldId="315"/>
        </pc:sldMkLst>
      </pc:sldChg>
      <pc:sldChg chg="addSp modSp add del mod">
        <pc:chgData name="Iyer, Gokul C" userId="710c25b3-862f-4786-bcec-66ea00a58348" providerId="ADAL" clId="{5E2ADF12-9EC1-4D8E-91A8-E702CC112926}" dt="2025-06-03T12:57:50.899" v="708" actId="1076"/>
        <pc:sldMkLst>
          <pc:docMk/>
          <pc:sldMk cId="2375594534" sldId="345"/>
        </pc:sldMkLst>
        <pc:spChg chg="add mod">
          <ac:chgData name="Iyer, Gokul C" userId="710c25b3-862f-4786-bcec-66ea00a58348" providerId="ADAL" clId="{5E2ADF12-9EC1-4D8E-91A8-E702CC112926}" dt="2025-06-03T12:57:50.899" v="708" actId="1076"/>
          <ac:spMkLst>
            <pc:docMk/>
            <pc:sldMk cId="2375594534" sldId="345"/>
            <ac:spMk id="3" creationId="{4EE38480-8A6A-8DAE-7126-93C4319850F4}"/>
          </ac:spMkLst>
        </pc:spChg>
      </pc:sldChg>
      <pc:sldChg chg="add del">
        <pc:chgData name="Iyer, Gokul C" userId="710c25b3-862f-4786-bcec-66ea00a58348" providerId="ADAL" clId="{5E2ADF12-9EC1-4D8E-91A8-E702CC112926}" dt="2025-05-28T20:48:39.400" v="1"/>
        <pc:sldMkLst>
          <pc:docMk/>
          <pc:sldMk cId="3937332152" sldId="367"/>
        </pc:sldMkLst>
      </pc:sldChg>
      <pc:sldChg chg="add del">
        <pc:chgData name="Iyer, Gokul C" userId="710c25b3-862f-4786-bcec-66ea00a58348" providerId="ADAL" clId="{5E2ADF12-9EC1-4D8E-91A8-E702CC112926}" dt="2025-05-28T20:48:39.400" v="1"/>
        <pc:sldMkLst>
          <pc:docMk/>
          <pc:sldMk cId="543246922" sldId="1139"/>
        </pc:sldMkLst>
      </pc:sldChg>
      <pc:sldChg chg="modSp add del mod">
        <pc:chgData name="Iyer, Gokul C" userId="710c25b3-862f-4786-bcec-66ea00a58348" providerId="ADAL" clId="{5E2ADF12-9EC1-4D8E-91A8-E702CC112926}" dt="2025-06-03T13:00:07.810" v="715" actId="20577"/>
        <pc:sldMkLst>
          <pc:docMk/>
          <pc:sldMk cId="3293191847" sldId="1141"/>
        </pc:sldMkLst>
        <pc:spChg chg="mod">
          <ac:chgData name="Iyer, Gokul C" userId="710c25b3-862f-4786-bcec-66ea00a58348" providerId="ADAL" clId="{5E2ADF12-9EC1-4D8E-91A8-E702CC112926}" dt="2025-06-03T13:00:07.810" v="715" actId="20577"/>
          <ac:spMkLst>
            <pc:docMk/>
            <pc:sldMk cId="3293191847" sldId="1141"/>
            <ac:spMk id="15" creationId="{F0E7BA31-3803-A3F3-5EF2-01FA0A69F681}"/>
          </ac:spMkLst>
        </pc:spChg>
      </pc:sldChg>
      <pc:sldChg chg="addSp delSp modSp add del mod">
        <pc:chgData name="Iyer, Gokul C" userId="710c25b3-862f-4786-bcec-66ea00a58348" providerId="ADAL" clId="{5E2ADF12-9EC1-4D8E-91A8-E702CC112926}" dt="2025-06-03T12:58:05.699" v="713" actId="1076"/>
        <pc:sldMkLst>
          <pc:docMk/>
          <pc:sldMk cId="2154531346" sldId="1186"/>
        </pc:sldMkLst>
        <pc:spChg chg="add del mod">
          <ac:chgData name="Iyer, Gokul C" userId="710c25b3-862f-4786-bcec-66ea00a58348" providerId="ADAL" clId="{5E2ADF12-9EC1-4D8E-91A8-E702CC112926}" dt="2025-06-03T12:57:58.126" v="711" actId="478"/>
          <ac:spMkLst>
            <pc:docMk/>
            <pc:sldMk cId="2154531346" sldId="1186"/>
            <ac:spMk id="2" creationId="{76D2160A-A965-850D-A1F1-A25154E1976F}"/>
          </ac:spMkLst>
        </pc:spChg>
        <pc:spChg chg="add mod">
          <ac:chgData name="Iyer, Gokul C" userId="710c25b3-862f-4786-bcec-66ea00a58348" providerId="ADAL" clId="{5E2ADF12-9EC1-4D8E-91A8-E702CC112926}" dt="2025-06-03T12:58:05.699" v="713" actId="1076"/>
          <ac:spMkLst>
            <pc:docMk/>
            <pc:sldMk cId="2154531346" sldId="1186"/>
            <ac:spMk id="4" creationId="{47EDA293-8BAF-3B3A-36E5-F914A6A9BD06}"/>
          </ac:spMkLst>
        </pc:spChg>
      </pc:sldChg>
      <pc:sldChg chg="add del">
        <pc:chgData name="Iyer, Gokul C" userId="710c25b3-862f-4786-bcec-66ea00a58348" providerId="ADAL" clId="{5E2ADF12-9EC1-4D8E-91A8-E702CC112926}" dt="2025-05-28T20:48:39.400" v="1"/>
        <pc:sldMkLst>
          <pc:docMk/>
          <pc:sldMk cId="1658775373" sldId="1192"/>
        </pc:sldMkLst>
      </pc:sldChg>
      <pc:sldChg chg="modSp add del mod">
        <pc:chgData name="Iyer, Gokul C" userId="710c25b3-862f-4786-bcec-66ea00a58348" providerId="ADAL" clId="{5E2ADF12-9EC1-4D8E-91A8-E702CC112926}" dt="2025-06-03T12:37:40.338" v="516" actId="20577"/>
        <pc:sldMkLst>
          <pc:docMk/>
          <pc:sldMk cId="27383781" sldId="2414"/>
        </pc:sldMkLst>
        <pc:spChg chg="mod">
          <ac:chgData name="Iyer, Gokul C" userId="710c25b3-862f-4786-bcec-66ea00a58348" providerId="ADAL" clId="{5E2ADF12-9EC1-4D8E-91A8-E702CC112926}" dt="2025-06-03T12:36:57.313" v="489" actId="14100"/>
          <ac:spMkLst>
            <pc:docMk/>
            <pc:sldMk cId="27383781" sldId="2414"/>
            <ac:spMk id="3" creationId="{647446BF-C4A3-40E4-0294-49E2E4EEC933}"/>
          </ac:spMkLst>
        </pc:spChg>
        <pc:spChg chg="mod">
          <ac:chgData name="Iyer, Gokul C" userId="710c25b3-862f-4786-bcec-66ea00a58348" providerId="ADAL" clId="{5E2ADF12-9EC1-4D8E-91A8-E702CC112926}" dt="2025-06-03T12:37:40.338" v="516" actId="20577"/>
          <ac:spMkLst>
            <pc:docMk/>
            <pc:sldMk cId="27383781" sldId="2414"/>
            <ac:spMk id="20" creationId="{B095A08C-B87E-68A2-6952-163315A3E4EF}"/>
          </ac:spMkLst>
        </pc:spChg>
      </pc:sldChg>
      <pc:sldChg chg="add del">
        <pc:chgData name="Iyer, Gokul C" userId="710c25b3-862f-4786-bcec-66ea00a58348" providerId="ADAL" clId="{5E2ADF12-9EC1-4D8E-91A8-E702CC112926}" dt="2025-05-28T20:48:39.400" v="1"/>
        <pc:sldMkLst>
          <pc:docMk/>
          <pc:sldMk cId="3944338219" sldId="2415"/>
        </pc:sldMkLst>
      </pc:sldChg>
      <pc:sldChg chg="add del">
        <pc:chgData name="Iyer, Gokul C" userId="710c25b3-862f-4786-bcec-66ea00a58348" providerId="ADAL" clId="{5E2ADF12-9EC1-4D8E-91A8-E702CC112926}" dt="2025-06-02T12:49:34.688" v="382" actId="47"/>
        <pc:sldMkLst>
          <pc:docMk/>
          <pc:sldMk cId="2904696875" sldId="2420"/>
        </pc:sldMkLst>
      </pc:sldChg>
      <pc:sldChg chg="add del">
        <pc:chgData name="Iyer, Gokul C" userId="710c25b3-862f-4786-bcec-66ea00a58348" providerId="ADAL" clId="{5E2ADF12-9EC1-4D8E-91A8-E702CC112926}" dt="2025-05-28T20:48:39.400" v="1"/>
        <pc:sldMkLst>
          <pc:docMk/>
          <pc:sldMk cId="3753613863" sldId="2423"/>
        </pc:sldMkLst>
      </pc:sldChg>
      <pc:sldChg chg="add del">
        <pc:chgData name="Iyer, Gokul C" userId="710c25b3-862f-4786-bcec-66ea00a58348" providerId="ADAL" clId="{5E2ADF12-9EC1-4D8E-91A8-E702CC112926}" dt="2025-05-28T20:48:39.400" v="1"/>
        <pc:sldMkLst>
          <pc:docMk/>
          <pc:sldMk cId="2118711746" sldId="2424"/>
        </pc:sldMkLst>
      </pc:sldChg>
      <pc:sldChg chg="del">
        <pc:chgData name="Iyer, Gokul C" userId="710c25b3-862f-4786-bcec-66ea00a58348" providerId="ADAL" clId="{5E2ADF12-9EC1-4D8E-91A8-E702CC112926}" dt="2025-05-28T20:48:36.279" v="0" actId="47"/>
        <pc:sldMkLst>
          <pc:docMk/>
          <pc:sldMk cId="1387638097" sldId="2426"/>
        </pc:sldMkLst>
      </pc:sldChg>
      <pc:sldChg chg="add del">
        <pc:chgData name="Iyer, Gokul C" userId="710c25b3-862f-4786-bcec-66ea00a58348" providerId="ADAL" clId="{5E2ADF12-9EC1-4D8E-91A8-E702CC112926}" dt="2025-06-03T13:04:37.654" v="716" actId="2696"/>
        <pc:sldMkLst>
          <pc:docMk/>
          <pc:sldMk cId="1666303663" sldId="2426"/>
        </pc:sldMkLst>
      </pc:sldChg>
      <pc:sldChg chg="add">
        <pc:chgData name="Iyer, Gokul C" userId="710c25b3-862f-4786-bcec-66ea00a58348" providerId="ADAL" clId="{5E2ADF12-9EC1-4D8E-91A8-E702CC112926}" dt="2025-06-03T13:04:44.010" v="717"/>
        <pc:sldMkLst>
          <pc:docMk/>
          <pc:sldMk cId="1770369715" sldId="2426"/>
        </pc:sldMkLst>
      </pc:sldChg>
      <pc:sldChg chg="del">
        <pc:chgData name="Iyer, Gokul C" userId="710c25b3-862f-4786-bcec-66ea00a58348" providerId="ADAL" clId="{5E2ADF12-9EC1-4D8E-91A8-E702CC112926}" dt="2025-05-28T20:48:36.279" v="0" actId="47"/>
        <pc:sldMkLst>
          <pc:docMk/>
          <pc:sldMk cId="2216907612" sldId="2433"/>
        </pc:sldMkLst>
      </pc:sldChg>
      <pc:sldChg chg="add">
        <pc:chgData name="Iyer, Gokul C" userId="710c25b3-862f-4786-bcec-66ea00a58348" providerId="ADAL" clId="{5E2ADF12-9EC1-4D8E-91A8-E702CC112926}" dt="2025-05-28T20:48:39.400" v="1"/>
        <pc:sldMkLst>
          <pc:docMk/>
          <pc:sldMk cId="2771296087" sldId="2433"/>
        </pc:sldMkLst>
      </pc:sldChg>
      <pc:sldChg chg="add">
        <pc:chgData name="Iyer, Gokul C" userId="710c25b3-862f-4786-bcec-66ea00a58348" providerId="ADAL" clId="{5E2ADF12-9EC1-4D8E-91A8-E702CC112926}" dt="2025-06-03T13:04:44.010" v="717"/>
        <pc:sldMkLst>
          <pc:docMk/>
          <pc:sldMk cId="1040369303" sldId="2434"/>
        </pc:sldMkLst>
      </pc:sldChg>
      <pc:sldChg chg="add del">
        <pc:chgData name="Iyer, Gokul C" userId="710c25b3-862f-4786-bcec-66ea00a58348" providerId="ADAL" clId="{5E2ADF12-9EC1-4D8E-91A8-E702CC112926}" dt="2025-06-03T13:04:37.654" v="716" actId="2696"/>
        <pc:sldMkLst>
          <pc:docMk/>
          <pc:sldMk cId="1593723848" sldId="2434"/>
        </pc:sldMkLst>
      </pc:sldChg>
      <pc:sldChg chg="addSp delSp modSp mod">
        <pc:chgData name="Iyer, Gokul C" userId="710c25b3-862f-4786-bcec-66ea00a58348" providerId="ADAL" clId="{5E2ADF12-9EC1-4D8E-91A8-E702CC112926}" dt="2025-06-03T12:39:31.138" v="539" actId="403"/>
        <pc:sldMkLst>
          <pc:docMk/>
          <pc:sldMk cId="1499594812" sldId="2443"/>
        </pc:sldMkLst>
        <pc:spChg chg="del">
          <ac:chgData name="Iyer, Gokul C" userId="710c25b3-862f-4786-bcec-66ea00a58348" providerId="ADAL" clId="{5E2ADF12-9EC1-4D8E-91A8-E702CC112926}" dt="2025-06-02T12:34:50.114" v="2" actId="478"/>
          <ac:spMkLst>
            <pc:docMk/>
            <pc:sldMk cId="1499594812" sldId="2443"/>
            <ac:spMk id="4" creationId="{543D0C7F-AC55-5BB2-3E97-BEC1F12E08B4}"/>
          </ac:spMkLst>
        </pc:spChg>
        <pc:spChg chg="add del">
          <ac:chgData name="Iyer, Gokul C" userId="710c25b3-862f-4786-bcec-66ea00a58348" providerId="ADAL" clId="{5E2ADF12-9EC1-4D8E-91A8-E702CC112926}" dt="2025-06-02T12:43:40.603" v="302" actId="22"/>
          <ac:spMkLst>
            <pc:docMk/>
            <pc:sldMk cId="1499594812" sldId="2443"/>
            <ac:spMk id="6" creationId="{1B577623-A2C0-C3F2-0E88-2E3C8EAD517B}"/>
          </ac:spMkLst>
        </pc:spChg>
        <pc:spChg chg="mod">
          <ac:chgData name="Iyer, Gokul C" userId="710c25b3-862f-4786-bcec-66ea00a58348" providerId="ADAL" clId="{5E2ADF12-9EC1-4D8E-91A8-E702CC112926}" dt="2025-06-02T12:45:13.493" v="372" actId="14100"/>
          <ac:spMkLst>
            <pc:docMk/>
            <pc:sldMk cId="1499594812" sldId="2443"/>
            <ac:spMk id="7" creationId="{EC5E11C2-6B5B-BA1F-4105-9F6544947AD1}"/>
          </ac:spMkLst>
        </pc:spChg>
        <pc:spChg chg="mod">
          <ac:chgData name="Iyer, Gokul C" userId="710c25b3-862f-4786-bcec-66ea00a58348" providerId="ADAL" clId="{5E2ADF12-9EC1-4D8E-91A8-E702CC112926}" dt="2025-06-03T12:39:31.138" v="539" actId="403"/>
          <ac:spMkLst>
            <pc:docMk/>
            <pc:sldMk cId="1499594812" sldId="2443"/>
            <ac:spMk id="8" creationId="{D8A36EC3-BB3C-DA3B-8EE5-45D693C11B4F}"/>
          </ac:spMkLst>
        </pc:spChg>
        <pc:spChg chg="add del mod">
          <ac:chgData name="Iyer, Gokul C" userId="710c25b3-862f-4786-bcec-66ea00a58348" providerId="ADAL" clId="{5E2ADF12-9EC1-4D8E-91A8-E702CC112926}" dt="2025-06-02T12:45:00.186" v="364" actId="478"/>
          <ac:spMkLst>
            <pc:docMk/>
            <pc:sldMk cId="1499594812" sldId="2443"/>
            <ac:spMk id="10" creationId="{A7DE2BD8-E817-CA17-540B-D9F0F2C295F2}"/>
          </ac:spMkLst>
        </pc:spChg>
        <pc:picChg chg="del">
          <ac:chgData name="Iyer, Gokul C" userId="710c25b3-862f-4786-bcec-66ea00a58348" providerId="ADAL" clId="{5E2ADF12-9EC1-4D8E-91A8-E702CC112926}" dt="2025-06-02T12:38:52.056" v="149" actId="478"/>
          <ac:picMkLst>
            <pc:docMk/>
            <pc:sldMk cId="1499594812" sldId="2443"/>
            <ac:picMk id="2" creationId="{8B2C8710-6687-ACA4-11CB-D805668BAB45}"/>
          </ac:picMkLst>
        </pc:picChg>
        <pc:picChg chg="add mod">
          <ac:chgData name="Iyer, Gokul C" userId="710c25b3-862f-4786-bcec-66ea00a58348" providerId="ADAL" clId="{5E2ADF12-9EC1-4D8E-91A8-E702CC112926}" dt="2025-06-03T12:39:27.292" v="537" actId="14100"/>
          <ac:picMkLst>
            <pc:docMk/>
            <pc:sldMk cId="1499594812" sldId="2443"/>
            <ac:picMk id="2" creationId="{F8C7F0FB-847C-AF89-55E2-59B603DA5DA7}"/>
          </ac:picMkLst>
        </pc:picChg>
        <pc:picChg chg="add del mod">
          <ac:chgData name="Iyer, Gokul C" userId="710c25b3-862f-4786-bcec-66ea00a58348" providerId="ADAL" clId="{5E2ADF12-9EC1-4D8E-91A8-E702CC112926}" dt="2025-06-02T12:45:01.489" v="365" actId="478"/>
          <ac:picMkLst>
            <pc:docMk/>
            <pc:sldMk cId="1499594812" sldId="2443"/>
            <ac:picMk id="1026" creationId="{EE0DD345-C18C-8B4E-1C77-E66DD8B52F0D}"/>
          </ac:picMkLst>
        </pc:picChg>
      </pc:sldChg>
      <pc:sldChg chg="del">
        <pc:chgData name="Iyer, Gokul C" userId="710c25b3-862f-4786-bcec-66ea00a58348" providerId="ADAL" clId="{5E2ADF12-9EC1-4D8E-91A8-E702CC112926}" dt="2025-06-03T12:39:35.267" v="540" actId="47"/>
        <pc:sldMkLst>
          <pc:docMk/>
          <pc:sldMk cId="3692629344" sldId="2450"/>
        </pc:sldMkLst>
      </pc:sldChg>
    </pc:docChg>
  </pc:docChgLst>
  <pc:docChgLst>
    <pc:chgData name="Zhao, Xin" userId="S::xin.zhao@pnnl.gov::384317b9-971a-4c78-9ca2-d446b555894d" providerId="AD" clId="Web-{9A414406-5343-21BB-ED53-9196AE8D4ACB}"/>
    <pc:docChg chg="modSld">
      <pc:chgData name="Zhao, Xin" userId="S::xin.zhao@pnnl.gov::384317b9-971a-4c78-9ca2-d446b555894d" providerId="AD" clId="Web-{9A414406-5343-21BB-ED53-9196AE8D4ACB}" dt="2025-06-02T05:25:19.628" v="8" actId="20577"/>
      <pc:docMkLst>
        <pc:docMk/>
      </pc:docMkLst>
      <pc:sldChg chg="modSp">
        <pc:chgData name="Zhao, Xin" userId="S::xin.zhao@pnnl.gov::384317b9-971a-4c78-9ca2-d446b555894d" providerId="AD" clId="Web-{9A414406-5343-21BB-ED53-9196AE8D4ACB}" dt="2025-06-02T05:25:19.628" v="8" actId="20577"/>
        <pc:sldMkLst>
          <pc:docMk/>
          <pc:sldMk cId="1152154647" sldId="260"/>
        </pc:sldMkLst>
        <pc:spChg chg="mod">
          <ac:chgData name="Zhao, Xin" userId="S::xin.zhao@pnnl.gov::384317b9-971a-4c78-9ca2-d446b555894d" providerId="AD" clId="Web-{9A414406-5343-21BB-ED53-9196AE8D4ACB}" dt="2025-06-02T05:25:19.628" v="8" actId="20577"/>
          <ac:spMkLst>
            <pc:docMk/>
            <pc:sldMk cId="1152154647" sldId="260"/>
            <ac:spMk id="7" creationId="{73D4A42D-9082-0B4A-A13A-237D7D2D9F17}"/>
          </ac:spMkLst>
        </pc:spChg>
      </pc:sldChg>
    </pc:docChg>
  </pc:docChgLst>
  <pc:docChgLst>
    <pc:chgData name="Graham, Neal T" userId="S::neal.graham@pnnl.gov::c19a707a-7e06-4439-aeb8-f47cf54231fa" providerId="AD" clId="Web-{26E49AD4-6DCD-118D-28CA-B78B95956B78}"/>
    <pc:docChg chg="modSld">
      <pc:chgData name="Graham, Neal T" userId="S::neal.graham@pnnl.gov::c19a707a-7e06-4439-aeb8-f47cf54231fa" providerId="AD" clId="Web-{26E49AD4-6DCD-118D-28CA-B78B95956B78}" dt="2025-06-02T00:42:12.408" v="42" actId="1076"/>
      <pc:docMkLst>
        <pc:docMk/>
      </pc:docMkLst>
      <pc:sldChg chg="addSp modSp">
        <pc:chgData name="Graham, Neal T" userId="S::neal.graham@pnnl.gov::c19a707a-7e06-4439-aeb8-f47cf54231fa" providerId="AD" clId="Web-{26E49AD4-6DCD-118D-28CA-B78B95956B78}" dt="2025-06-02T00:39:55.394" v="11" actId="20577"/>
        <pc:sldMkLst>
          <pc:docMk/>
          <pc:sldMk cId="2118711746" sldId="2424"/>
        </pc:sldMkLst>
        <pc:spChg chg="mod">
          <ac:chgData name="Graham, Neal T" userId="S::neal.graham@pnnl.gov::c19a707a-7e06-4439-aeb8-f47cf54231fa" providerId="AD" clId="Web-{26E49AD4-6DCD-118D-28CA-B78B95956B78}" dt="2025-06-02T00:39:55.394" v="11" actId="20577"/>
          <ac:spMkLst>
            <pc:docMk/>
            <pc:sldMk cId="2118711746" sldId="2424"/>
            <ac:spMk id="3" creationId="{A868DE75-C5B3-3C23-96DD-C591345CC8CE}"/>
          </ac:spMkLst>
        </pc:spChg>
        <pc:picChg chg="mod modCrop">
          <ac:chgData name="Graham, Neal T" userId="S::neal.graham@pnnl.gov::c19a707a-7e06-4439-aeb8-f47cf54231fa" providerId="AD" clId="Web-{26E49AD4-6DCD-118D-28CA-B78B95956B78}" dt="2025-06-02T00:39:48.144" v="8" actId="1076"/>
          <ac:picMkLst>
            <pc:docMk/>
            <pc:sldMk cId="2118711746" sldId="2424"/>
            <ac:picMk id="4" creationId="{8A8699CE-2BD8-F8BF-64C4-481F37AD148B}"/>
          </ac:picMkLst>
        </pc:picChg>
        <pc:picChg chg="add mod modCrop">
          <ac:chgData name="Graham, Neal T" userId="S::neal.graham@pnnl.gov::c19a707a-7e06-4439-aeb8-f47cf54231fa" providerId="AD" clId="Web-{26E49AD4-6DCD-118D-28CA-B78B95956B78}" dt="2025-06-02T00:39:45.894" v="7" actId="1076"/>
          <ac:picMkLst>
            <pc:docMk/>
            <pc:sldMk cId="2118711746" sldId="2424"/>
            <ac:picMk id="5" creationId="{AD6CF29F-E1D6-FF9B-17F9-026080528D49}"/>
          </ac:picMkLst>
        </pc:picChg>
      </pc:sldChg>
      <pc:sldChg chg="addSp modSp">
        <pc:chgData name="Graham, Neal T" userId="S::neal.graham@pnnl.gov::c19a707a-7e06-4439-aeb8-f47cf54231fa" providerId="AD" clId="Web-{26E49AD4-6DCD-118D-28CA-B78B95956B78}" dt="2025-06-02T00:41:19.987" v="32" actId="20577"/>
        <pc:sldMkLst>
          <pc:docMk/>
          <pc:sldMk cId="1666303663" sldId="2426"/>
        </pc:sldMkLst>
        <pc:spChg chg="mod">
          <ac:chgData name="Graham, Neal T" userId="S::neal.graham@pnnl.gov::c19a707a-7e06-4439-aeb8-f47cf54231fa" providerId="AD" clId="Web-{26E49AD4-6DCD-118D-28CA-B78B95956B78}" dt="2025-06-02T00:41:19.987" v="32" actId="20577"/>
          <ac:spMkLst>
            <pc:docMk/>
            <pc:sldMk cId="1666303663" sldId="2426"/>
            <ac:spMk id="3" creationId="{A868DE75-C5B3-3C23-96DD-C591345CC8CE}"/>
          </ac:spMkLst>
        </pc:spChg>
        <pc:picChg chg="mod modCrop">
          <ac:chgData name="Graham, Neal T" userId="S::neal.graham@pnnl.gov::c19a707a-7e06-4439-aeb8-f47cf54231fa" providerId="AD" clId="Web-{26E49AD4-6DCD-118D-28CA-B78B95956B78}" dt="2025-06-02T00:41:09.690" v="28" actId="1076"/>
          <ac:picMkLst>
            <pc:docMk/>
            <pc:sldMk cId="1666303663" sldId="2426"/>
            <ac:picMk id="4" creationId="{56C92C93-3E52-9E93-EF8A-48115C630C0C}"/>
          </ac:picMkLst>
        </pc:picChg>
        <pc:picChg chg="add mod modCrop">
          <ac:chgData name="Graham, Neal T" userId="S::neal.graham@pnnl.gov::c19a707a-7e06-4439-aeb8-f47cf54231fa" providerId="AD" clId="Web-{26E49AD4-6DCD-118D-28CA-B78B95956B78}" dt="2025-06-02T00:41:16.346" v="29" actId="1076"/>
          <ac:picMkLst>
            <pc:docMk/>
            <pc:sldMk cId="1666303663" sldId="2426"/>
            <ac:picMk id="5" creationId="{C2ECFD96-4FE1-DBFF-5557-A2D3D2C6C471}"/>
          </ac:picMkLst>
        </pc:picChg>
      </pc:sldChg>
      <pc:sldChg chg="addSp modSp">
        <pc:chgData name="Graham, Neal T" userId="S::neal.graham@pnnl.gov::c19a707a-7e06-4439-aeb8-f47cf54231fa" providerId="AD" clId="Web-{26E49AD4-6DCD-118D-28CA-B78B95956B78}" dt="2025-06-02T00:40:43.424" v="22" actId="20577"/>
        <pc:sldMkLst>
          <pc:docMk/>
          <pc:sldMk cId="2771296087" sldId="2433"/>
        </pc:sldMkLst>
        <pc:spChg chg="mod">
          <ac:chgData name="Graham, Neal T" userId="S::neal.graham@pnnl.gov::c19a707a-7e06-4439-aeb8-f47cf54231fa" providerId="AD" clId="Web-{26E49AD4-6DCD-118D-28CA-B78B95956B78}" dt="2025-06-02T00:40:43.424" v="22" actId="20577"/>
          <ac:spMkLst>
            <pc:docMk/>
            <pc:sldMk cId="2771296087" sldId="2433"/>
            <ac:spMk id="3" creationId="{A868DE75-C5B3-3C23-96DD-C591345CC8CE}"/>
          </ac:spMkLst>
        </pc:spChg>
        <pc:picChg chg="add mod modCrop">
          <ac:chgData name="Graham, Neal T" userId="S::neal.graham@pnnl.gov::c19a707a-7e06-4439-aeb8-f47cf54231fa" providerId="AD" clId="Web-{26E49AD4-6DCD-118D-28CA-B78B95956B78}" dt="2025-06-02T00:40:33.471" v="19" actId="1076"/>
          <ac:picMkLst>
            <pc:docMk/>
            <pc:sldMk cId="2771296087" sldId="2433"/>
            <ac:picMk id="4" creationId="{81852670-352E-7628-AAB5-967658CB3FF8}"/>
          </ac:picMkLst>
        </pc:picChg>
        <pc:picChg chg="mod modCrop">
          <ac:chgData name="Graham, Neal T" userId="S::neal.graham@pnnl.gov::c19a707a-7e06-4439-aeb8-f47cf54231fa" providerId="AD" clId="Web-{26E49AD4-6DCD-118D-28CA-B78B95956B78}" dt="2025-06-02T00:40:35.534" v="20" actId="1076"/>
          <ac:picMkLst>
            <pc:docMk/>
            <pc:sldMk cId="2771296087" sldId="2433"/>
            <ac:picMk id="16" creationId="{D68CF9C0-D6B9-39F9-2309-FAB86A84609F}"/>
          </ac:picMkLst>
        </pc:picChg>
      </pc:sldChg>
      <pc:sldChg chg="addSp modSp">
        <pc:chgData name="Graham, Neal T" userId="S::neal.graham@pnnl.gov::c19a707a-7e06-4439-aeb8-f47cf54231fa" providerId="AD" clId="Web-{26E49AD4-6DCD-118D-28CA-B78B95956B78}" dt="2025-06-02T00:42:12.408" v="42" actId="1076"/>
        <pc:sldMkLst>
          <pc:docMk/>
          <pc:sldMk cId="1593723848" sldId="2434"/>
        </pc:sldMkLst>
        <pc:spChg chg="mod">
          <ac:chgData name="Graham, Neal T" userId="S::neal.graham@pnnl.gov::c19a707a-7e06-4439-aeb8-f47cf54231fa" providerId="AD" clId="Web-{26E49AD4-6DCD-118D-28CA-B78B95956B78}" dt="2025-06-02T00:41:56.330" v="40" actId="20577"/>
          <ac:spMkLst>
            <pc:docMk/>
            <pc:sldMk cId="1593723848" sldId="2434"/>
            <ac:spMk id="3" creationId="{A868DE75-C5B3-3C23-96DD-C591345CC8CE}"/>
          </ac:spMkLst>
        </pc:spChg>
        <pc:picChg chg="add mod modCrop">
          <ac:chgData name="Graham, Neal T" userId="S::neal.graham@pnnl.gov::c19a707a-7e06-4439-aeb8-f47cf54231fa" providerId="AD" clId="Web-{26E49AD4-6DCD-118D-28CA-B78B95956B78}" dt="2025-06-02T00:42:12.408" v="42" actId="1076"/>
          <ac:picMkLst>
            <pc:docMk/>
            <pc:sldMk cId="1593723848" sldId="2434"/>
            <ac:picMk id="4" creationId="{A49C7A8A-9D49-E397-C732-183C88975383}"/>
          </ac:picMkLst>
        </pc:picChg>
        <pc:picChg chg="mod modCrop">
          <ac:chgData name="Graham, Neal T" userId="S::neal.graham@pnnl.gov::c19a707a-7e06-4439-aeb8-f47cf54231fa" providerId="AD" clId="Web-{26E49AD4-6DCD-118D-28CA-B78B95956B78}" dt="2025-06-02T00:42:09.939" v="41" actId="1076"/>
          <ac:picMkLst>
            <pc:docMk/>
            <pc:sldMk cId="1593723848" sldId="2434"/>
            <ac:picMk id="5" creationId="{0918CBB5-9501-D386-1F6F-43E1B691A8CB}"/>
          </ac:picMkLst>
        </pc:picChg>
      </pc:sldChg>
    </pc:docChg>
  </pc:docChgLst>
  <pc:docChgLst>
    <pc:chgData name="Zhao, Xin" userId="S::xin.zhao@pnnl.gov::384317b9-971a-4c78-9ca2-d446b555894d" providerId="AD" clId="Web-{553BA4EC-1F17-D0CF-3294-73CF636C0D35}"/>
    <pc:docChg chg="modSld">
      <pc:chgData name="Zhao, Xin" userId="S::xin.zhao@pnnl.gov::384317b9-971a-4c78-9ca2-d446b555894d" providerId="AD" clId="Web-{553BA4EC-1F17-D0CF-3294-73CF636C0D35}" dt="2025-06-03T14:55:35.916" v="290" actId="20577"/>
      <pc:docMkLst>
        <pc:docMk/>
      </pc:docMkLst>
      <pc:sldChg chg="modSp">
        <pc:chgData name="Zhao, Xin" userId="S::xin.zhao@pnnl.gov::384317b9-971a-4c78-9ca2-d446b555894d" providerId="AD" clId="Web-{553BA4EC-1F17-D0CF-3294-73CF636C0D35}" dt="2025-06-03T14:26:01.956" v="190" actId="20577"/>
        <pc:sldMkLst>
          <pc:docMk/>
          <pc:sldMk cId="1699153182" sldId="272"/>
        </pc:sldMkLst>
        <pc:spChg chg="mod">
          <ac:chgData name="Zhao, Xin" userId="S::xin.zhao@pnnl.gov::384317b9-971a-4c78-9ca2-d446b555894d" providerId="AD" clId="Web-{553BA4EC-1F17-D0CF-3294-73CF636C0D35}" dt="2025-06-03T14:26:01.956" v="190" actId="20577"/>
          <ac:spMkLst>
            <pc:docMk/>
            <pc:sldMk cId="1699153182" sldId="272"/>
            <ac:spMk id="4" creationId="{3614A67D-5B55-624F-BC79-738489559594}"/>
          </ac:spMkLst>
        </pc:spChg>
      </pc:sldChg>
      <pc:sldChg chg="modSp">
        <pc:chgData name="Zhao, Xin" userId="S::xin.zhao@pnnl.gov::384317b9-971a-4c78-9ca2-d446b555894d" providerId="AD" clId="Web-{553BA4EC-1F17-D0CF-3294-73CF636C0D35}" dt="2025-06-03T14:19:29.150" v="183" actId="20577"/>
        <pc:sldMkLst>
          <pc:docMk/>
          <pc:sldMk cId="3407375096" sldId="2436"/>
        </pc:sldMkLst>
        <pc:spChg chg="mod">
          <ac:chgData name="Zhao, Xin" userId="S::xin.zhao@pnnl.gov::384317b9-971a-4c78-9ca2-d446b555894d" providerId="AD" clId="Web-{553BA4EC-1F17-D0CF-3294-73CF636C0D35}" dt="2025-06-03T14:19:29.150" v="183" actId="20577"/>
          <ac:spMkLst>
            <pc:docMk/>
            <pc:sldMk cId="3407375096" sldId="2436"/>
            <ac:spMk id="4" creationId="{3614A67D-5B55-624F-BC79-738489559594}"/>
          </ac:spMkLst>
        </pc:spChg>
      </pc:sldChg>
      <pc:sldChg chg="modSp">
        <pc:chgData name="Zhao, Xin" userId="S::xin.zhao@pnnl.gov::384317b9-971a-4c78-9ca2-d446b555894d" providerId="AD" clId="Web-{553BA4EC-1F17-D0CF-3294-73CF636C0D35}" dt="2025-06-03T14:51:50.616" v="271" actId="20577"/>
        <pc:sldMkLst>
          <pc:docMk/>
          <pc:sldMk cId="3818899122" sldId="2438"/>
        </pc:sldMkLst>
        <pc:spChg chg="mod">
          <ac:chgData name="Zhao, Xin" userId="S::xin.zhao@pnnl.gov::384317b9-971a-4c78-9ca2-d446b555894d" providerId="AD" clId="Web-{553BA4EC-1F17-D0CF-3294-73CF636C0D35}" dt="2025-06-03T14:51:50.616" v="271" actId="20577"/>
          <ac:spMkLst>
            <pc:docMk/>
            <pc:sldMk cId="3818899122" sldId="2438"/>
            <ac:spMk id="3" creationId="{00000000-0000-0000-0000-000000000000}"/>
          </ac:spMkLst>
        </pc:spChg>
      </pc:sldChg>
      <pc:sldChg chg="modSp">
        <pc:chgData name="Zhao, Xin" userId="S::xin.zhao@pnnl.gov::384317b9-971a-4c78-9ca2-d446b555894d" providerId="AD" clId="Web-{553BA4EC-1F17-D0CF-3294-73CF636C0D35}" dt="2025-06-03T14:14:46.831" v="62" actId="20577"/>
        <pc:sldMkLst>
          <pc:docMk/>
          <pc:sldMk cId="464799864" sldId="2441"/>
        </pc:sldMkLst>
        <pc:spChg chg="mod">
          <ac:chgData name="Zhao, Xin" userId="S::xin.zhao@pnnl.gov::384317b9-971a-4c78-9ca2-d446b555894d" providerId="AD" clId="Web-{553BA4EC-1F17-D0CF-3294-73CF636C0D35}" dt="2025-06-03T14:14:46.831" v="62" actId="20577"/>
          <ac:spMkLst>
            <pc:docMk/>
            <pc:sldMk cId="464799864" sldId="2441"/>
            <ac:spMk id="8" creationId="{FCA3BF27-1BD6-6C48-807C-EDACED96C9B7}"/>
          </ac:spMkLst>
        </pc:spChg>
      </pc:sldChg>
      <pc:sldChg chg="modSp">
        <pc:chgData name="Zhao, Xin" userId="S::xin.zhao@pnnl.gov::384317b9-971a-4c78-9ca2-d446b555894d" providerId="AD" clId="Web-{553BA4EC-1F17-D0CF-3294-73CF636C0D35}" dt="2025-06-03T14:55:35.916" v="290" actId="20577"/>
        <pc:sldMkLst>
          <pc:docMk/>
          <pc:sldMk cId="2280077998" sldId="2448"/>
        </pc:sldMkLst>
        <pc:spChg chg="mod">
          <ac:chgData name="Zhao, Xin" userId="S::xin.zhao@pnnl.gov::384317b9-971a-4c78-9ca2-d446b555894d" providerId="AD" clId="Web-{553BA4EC-1F17-D0CF-3294-73CF636C0D35}" dt="2025-06-03T14:55:35.916" v="290" actId="20577"/>
          <ac:spMkLst>
            <pc:docMk/>
            <pc:sldMk cId="2280077998" sldId="2448"/>
            <ac:spMk id="2" creationId="{00000000-0000-0000-0000-000000000000}"/>
          </ac:spMkLst>
        </pc:spChg>
      </pc:sldChg>
    </pc:docChg>
  </pc:docChgLst>
  <pc:docChgLst>
    <pc:chgData name="Iyer, Gokul C" userId="S::gokul.iyer@pnnl.gov::710c25b3-862f-4786-bcec-66ea00a58348" providerId="AD" clId="Web-{91731DA5-5222-4A71-51BE-976FD2CD44F8}"/>
    <pc:docChg chg="addSld delSld">
      <pc:chgData name="Iyer, Gokul C" userId="S::gokul.iyer@pnnl.gov::710c25b3-862f-4786-bcec-66ea00a58348" providerId="AD" clId="Web-{91731DA5-5222-4A71-51BE-976FD2CD44F8}" dt="2025-06-02T12:30:47.938" v="2"/>
      <pc:docMkLst>
        <pc:docMk/>
      </pc:docMkLst>
      <pc:sldChg chg="del">
        <pc:chgData name="Iyer, Gokul C" userId="S::gokul.iyer@pnnl.gov::710c25b3-862f-4786-bcec-66ea00a58348" providerId="AD" clId="Web-{91731DA5-5222-4A71-51BE-976FD2CD44F8}" dt="2025-06-02T12:30:43.266" v="0"/>
        <pc:sldMkLst>
          <pc:docMk/>
          <pc:sldMk cId="2694864116" sldId="2425"/>
        </pc:sldMkLst>
      </pc:sldChg>
      <pc:sldChg chg="del">
        <pc:chgData name="Iyer, Gokul C" userId="S::gokul.iyer@pnnl.gov::710c25b3-862f-4786-bcec-66ea00a58348" providerId="AD" clId="Web-{91731DA5-5222-4A71-51BE-976FD2CD44F8}" dt="2025-06-02T12:30:45.563" v="1"/>
        <pc:sldMkLst>
          <pc:docMk/>
          <pc:sldMk cId="1229724980" sldId="2427"/>
        </pc:sldMkLst>
      </pc:sldChg>
      <pc:sldChg chg="add replId">
        <pc:chgData name="Iyer, Gokul C" userId="S::gokul.iyer@pnnl.gov::710c25b3-862f-4786-bcec-66ea00a58348" providerId="AD" clId="Web-{91731DA5-5222-4A71-51BE-976FD2CD44F8}" dt="2025-06-02T12:30:47.938" v="2"/>
        <pc:sldMkLst>
          <pc:docMk/>
          <pc:sldMk cId="1499594812" sldId="2443"/>
        </pc:sldMkLst>
      </pc:sldChg>
    </pc:docChg>
  </pc:docChgLst>
  <pc:docChgLst>
    <pc:chgData name="Zhao, Xin" userId="S::xin.zhao@pnnl.gov::384317b9-971a-4c78-9ca2-d446b555894d" providerId="AD" clId="Web-{15E8EEB5-4A34-A0FD-F696-A0AD46F90503}"/>
    <pc:docChg chg="addSld delSld modSld">
      <pc:chgData name="Zhao, Xin" userId="S::xin.zhao@pnnl.gov::384317b9-971a-4c78-9ca2-d446b555894d" providerId="AD" clId="Web-{15E8EEB5-4A34-A0FD-F696-A0AD46F90503}" dt="2025-06-02T06:13:58.612" v="92"/>
      <pc:docMkLst>
        <pc:docMk/>
      </pc:docMkLst>
      <pc:sldChg chg="del modTransition">
        <pc:chgData name="Zhao, Xin" userId="S::xin.zhao@pnnl.gov::384317b9-971a-4c78-9ca2-d446b555894d" providerId="AD" clId="Web-{15E8EEB5-4A34-A0FD-F696-A0AD46F90503}" dt="2025-06-02T05:46:53.354" v="9"/>
        <pc:sldMkLst>
          <pc:docMk/>
          <pc:sldMk cId="1952195409" sldId="270"/>
        </pc:sldMkLst>
      </pc:sldChg>
      <pc:sldChg chg="del">
        <pc:chgData name="Zhao, Xin" userId="S::xin.zhao@pnnl.gov::384317b9-971a-4c78-9ca2-d446b555894d" providerId="AD" clId="Web-{15E8EEB5-4A34-A0FD-F696-A0AD46F90503}" dt="2025-06-02T05:44:27.572" v="3"/>
        <pc:sldMkLst>
          <pc:docMk/>
          <pc:sldMk cId="2872739486" sldId="273"/>
        </pc:sldMkLst>
      </pc:sldChg>
      <pc:sldChg chg="modSp">
        <pc:chgData name="Zhao, Xin" userId="S::xin.zhao@pnnl.gov::384317b9-971a-4c78-9ca2-d446b555894d" providerId="AD" clId="Web-{15E8EEB5-4A34-A0FD-F696-A0AD46F90503}" dt="2025-06-02T06:12:17.875" v="86"/>
        <pc:sldMkLst>
          <pc:docMk/>
          <pc:sldMk cId="2303929965" sldId="309"/>
        </pc:sldMkLst>
        <pc:spChg chg="mod">
          <ac:chgData name="Zhao, Xin" userId="S::xin.zhao@pnnl.gov::384317b9-971a-4c78-9ca2-d446b555894d" providerId="AD" clId="Web-{15E8EEB5-4A34-A0FD-F696-A0AD46F90503}" dt="2025-06-02T06:12:17.875" v="86"/>
          <ac:spMkLst>
            <pc:docMk/>
            <pc:sldMk cId="2303929965" sldId="309"/>
            <ac:spMk id="7" creationId="{33377500-D0CB-3F40-84D3-6F3A2AFE7A47}"/>
          </ac:spMkLst>
        </pc:spChg>
      </pc:sldChg>
      <pc:sldChg chg="modSp">
        <pc:chgData name="Zhao, Xin" userId="S::xin.zhao@pnnl.gov::384317b9-971a-4c78-9ca2-d446b555894d" providerId="AD" clId="Web-{15E8EEB5-4A34-A0FD-F696-A0AD46F90503}" dt="2025-06-02T06:11:05.883" v="72" actId="14100"/>
        <pc:sldMkLst>
          <pc:docMk/>
          <pc:sldMk cId="1880193496" sldId="319"/>
        </pc:sldMkLst>
        <pc:spChg chg="mod">
          <ac:chgData name="Zhao, Xin" userId="S::xin.zhao@pnnl.gov::384317b9-971a-4c78-9ca2-d446b555894d" providerId="AD" clId="Web-{15E8EEB5-4A34-A0FD-F696-A0AD46F90503}" dt="2025-06-02T06:11:05.883" v="72" actId="14100"/>
          <ac:spMkLst>
            <pc:docMk/>
            <pc:sldMk cId="1880193496" sldId="319"/>
            <ac:spMk id="4" creationId="{590BA2DD-5803-6748-9582-1197718979F9}"/>
          </ac:spMkLst>
        </pc:spChg>
      </pc:sldChg>
      <pc:sldChg chg="modSp">
        <pc:chgData name="Zhao, Xin" userId="S::xin.zhao@pnnl.gov::384317b9-971a-4c78-9ca2-d446b555894d" providerId="AD" clId="Web-{15E8EEB5-4A34-A0FD-F696-A0AD46F90503}" dt="2025-06-02T06:10:41.882" v="66"/>
        <pc:sldMkLst>
          <pc:docMk/>
          <pc:sldMk cId="3088058776" sldId="333"/>
        </pc:sldMkLst>
        <pc:spChg chg="mod">
          <ac:chgData name="Zhao, Xin" userId="S::xin.zhao@pnnl.gov::384317b9-971a-4c78-9ca2-d446b555894d" providerId="AD" clId="Web-{15E8EEB5-4A34-A0FD-F696-A0AD46F90503}" dt="2025-06-02T06:10:41.882" v="66"/>
          <ac:spMkLst>
            <pc:docMk/>
            <pc:sldMk cId="3088058776" sldId="333"/>
            <ac:spMk id="3" creationId="{00000000-0000-0000-0000-000000000000}"/>
          </ac:spMkLst>
        </pc:spChg>
      </pc:sldChg>
      <pc:sldChg chg="del">
        <pc:chgData name="Zhao, Xin" userId="S::xin.zhao@pnnl.gov::384317b9-971a-4c78-9ca2-d446b555894d" providerId="AD" clId="Web-{15E8EEB5-4A34-A0FD-F696-A0AD46F90503}" dt="2025-06-02T05:45:46.963" v="7"/>
        <pc:sldMkLst>
          <pc:docMk/>
          <pc:sldMk cId="2590240748" sldId="924"/>
        </pc:sldMkLst>
      </pc:sldChg>
      <pc:sldChg chg="modSp add del">
        <pc:chgData name="Zhao, Xin" userId="S::xin.zhao@pnnl.gov::384317b9-971a-4c78-9ca2-d446b555894d" providerId="AD" clId="Web-{15E8EEB5-4A34-A0FD-F696-A0AD46F90503}" dt="2025-06-02T06:09:11.585" v="59"/>
        <pc:sldMkLst>
          <pc:docMk/>
          <pc:sldMk cId="3822526375" sldId="999"/>
        </pc:sldMkLst>
        <pc:spChg chg="mod">
          <ac:chgData name="Zhao, Xin" userId="S::xin.zhao@pnnl.gov::384317b9-971a-4c78-9ca2-d446b555894d" providerId="AD" clId="Web-{15E8EEB5-4A34-A0FD-F696-A0AD46F90503}" dt="2025-06-02T05:52:03.091" v="48" actId="20577"/>
          <ac:spMkLst>
            <pc:docMk/>
            <pc:sldMk cId="3822526375" sldId="999"/>
            <ac:spMk id="4" creationId="{1F694F7A-157C-CB39-243E-F2054314F2BB}"/>
          </ac:spMkLst>
        </pc:spChg>
      </pc:sldChg>
      <pc:sldChg chg="modTransition">
        <pc:chgData name="Zhao, Xin" userId="S::xin.zhao@pnnl.gov::384317b9-971a-4c78-9ca2-d446b555894d" providerId="AD" clId="Web-{15E8EEB5-4A34-A0FD-F696-A0AD46F90503}" dt="2025-06-02T06:09:21.288" v="60"/>
        <pc:sldMkLst>
          <pc:docMk/>
          <pc:sldMk cId="579636521" sldId="1004"/>
        </pc:sldMkLst>
      </pc:sldChg>
      <pc:sldChg chg="modSp">
        <pc:chgData name="Zhao, Xin" userId="S::xin.zhao@pnnl.gov::384317b9-971a-4c78-9ca2-d446b555894d" providerId="AD" clId="Web-{15E8EEB5-4A34-A0FD-F696-A0AD46F90503}" dt="2025-06-02T06:12:06.031" v="83" actId="1076"/>
        <pc:sldMkLst>
          <pc:docMk/>
          <pc:sldMk cId="816982103" sldId="1275"/>
        </pc:sldMkLst>
        <pc:spChg chg="mod">
          <ac:chgData name="Zhao, Xin" userId="S::xin.zhao@pnnl.gov::384317b9-971a-4c78-9ca2-d446b555894d" providerId="AD" clId="Web-{15E8EEB5-4A34-A0FD-F696-A0AD46F90503}" dt="2025-06-02T06:12:06.031" v="83" actId="1076"/>
          <ac:spMkLst>
            <pc:docMk/>
            <pc:sldMk cId="816982103" sldId="1275"/>
            <ac:spMk id="3" creationId="{A9B688E5-52EB-5AA0-1A60-44C9246FD59E}"/>
          </ac:spMkLst>
        </pc:spChg>
      </pc:sldChg>
      <pc:sldChg chg="modSp">
        <pc:chgData name="Zhao, Xin" userId="S::xin.zhao@pnnl.gov::384317b9-971a-4c78-9ca2-d446b555894d" providerId="AD" clId="Web-{15E8EEB5-4A34-A0FD-F696-A0AD46F90503}" dt="2025-06-02T06:12:34.547" v="90" actId="20577"/>
        <pc:sldMkLst>
          <pc:docMk/>
          <pc:sldMk cId="3922051090" sldId="1276"/>
        </pc:sldMkLst>
        <pc:spChg chg="mod">
          <ac:chgData name="Zhao, Xin" userId="S::xin.zhao@pnnl.gov::384317b9-971a-4c78-9ca2-d446b555894d" providerId="AD" clId="Web-{15E8EEB5-4A34-A0FD-F696-A0AD46F90503}" dt="2025-06-02T06:12:34.547" v="90" actId="20577"/>
          <ac:spMkLst>
            <pc:docMk/>
            <pc:sldMk cId="3922051090" sldId="1276"/>
            <ac:spMk id="5" creationId="{8B945D97-7ECB-2846-9E1C-F88FE3259952}"/>
          </ac:spMkLst>
        </pc:spChg>
      </pc:sldChg>
      <pc:sldChg chg="del">
        <pc:chgData name="Zhao, Xin" userId="S::xin.zhao@pnnl.gov::384317b9-971a-4c78-9ca2-d446b555894d" providerId="AD" clId="Web-{15E8EEB5-4A34-A0FD-F696-A0AD46F90503}" dt="2025-06-02T05:45:42.463" v="6"/>
        <pc:sldMkLst>
          <pc:docMk/>
          <pc:sldMk cId="1535759489" sldId="1283"/>
        </pc:sldMkLst>
      </pc:sldChg>
      <pc:sldChg chg="modSp">
        <pc:chgData name="Zhao, Xin" userId="S::xin.zhao@pnnl.gov::384317b9-971a-4c78-9ca2-d446b555894d" providerId="AD" clId="Web-{15E8EEB5-4A34-A0FD-F696-A0AD46F90503}" dt="2025-06-02T06:10:30.038" v="65"/>
        <pc:sldMkLst>
          <pc:docMk/>
          <pc:sldMk cId="3388532442" sldId="1284"/>
        </pc:sldMkLst>
        <pc:spChg chg="mod">
          <ac:chgData name="Zhao, Xin" userId="S::xin.zhao@pnnl.gov::384317b9-971a-4c78-9ca2-d446b555894d" providerId="AD" clId="Web-{15E8EEB5-4A34-A0FD-F696-A0AD46F90503}" dt="2025-06-02T06:10:30.038" v="65"/>
          <ac:spMkLst>
            <pc:docMk/>
            <pc:sldMk cId="3388532442" sldId="1284"/>
            <ac:spMk id="8" creationId="{41DE296F-9022-144C-8526-7CCA649FAD00}"/>
          </ac:spMkLst>
        </pc:spChg>
        <pc:spChg chg="mod">
          <ac:chgData name="Zhao, Xin" userId="S::xin.zhao@pnnl.gov::384317b9-971a-4c78-9ca2-d446b555894d" providerId="AD" clId="Web-{15E8EEB5-4A34-A0FD-F696-A0AD46F90503}" dt="2025-06-02T06:10:22.569" v="64"/>
          <ac:spMkLst>
            <pc:docMk/>
            <pc:sldMk cId="3388532442" sldId="1284"/>
            <ac:spMk id="28" creationId="{94BB3D5D-1490-6E12-3E2F-C305E2C27971}"/>
          </ac:spMkLst>
        </pc:spChg>
      </pc:sldChg>
      <pc:sldChg chg="modSp del">
        <pc:chgData name="Zhao, Xin" userId="S::xin.zhao@pnnl.gov::384317b9-971a-4c78-9ca2-d446b555894d" providerId="AD" clId="Web-{15E8EEB5-4A34-A0FD-F696-A0AD46F90503}" dt="2025-06-02T06:09:03.538" v="56"/>
        <pc:sldMkLst>
          <pc:docMk/>
          <pc:sldMk cId="2359343133" sldId="1285"/>
        </pc:sldMkLst>
        <pc:spChg chg="mod">
          <ac:chgData name="Zhao, Xin" userId="S::xin.zhao@pnnl.gov::384317b9-971a-4c78-9ca2-d446b555894d" providerId="AD" clId="Web-{15E8EEB5-4A34-A0FD-F696-A0AD46F90503}" dt="2025-06-02T05:53:08.826" v="53"/>
          <ac:spMkLst>
            <pc:docMk/>
            <pc:sldMk cId="2359343133" sldId="1285"/>
            <ac:spMk id="3" creationId="{00000000-0000-0000-0000-000000000000}"/>
          </ac:spMkLst>
        </pc:spChg>
      </pc:sldChg>
      <pc:sldChg chg="del">
        <pc:chgData name="Zhao, Xin" userId="S::xin.zhao@pnnl.gov::384317b9-971a-4c78-9ca2-d446b555894d" providerId="AD" clId="Web-{15E8EEB5-4A34-A0FD-F696-A0AD46F90503}" dt="2025-06-02T06:09:05.069" v="57"/>
        <pc:sldMkLst>
          <pc:docMk/>
          <pc:sldMk cId="2238848126" sldId="1286"/>
        </pc:sldMkLst>
      </pc:sldChg>
      <pc:sldChg chg="del">
        <pc:chgData name="Zhao, Xin" userId="S::xin.zhao@pnnl.gov::384317b9-971a-4c78-9ca2-d446b555894d" providerId="AD" clId="Web-{15E8EEB5-4A34-A0FD-F696-A0AD46F90503}" dt="2025-06-02T06:09:09.085" v="58"/>
        <pc:sldMkLst>
          <pc:docMk/>
          <pc:sldMk cId="3460349410" sldId="1287"/>
        </pc:sldMkLst>
      </pc:sldChg>
      <pc:sldChg chg="del">
        <pc:chgData name="Zhao, Xin" userId="S::xin.zhao@pnnl.gov::384317b9-971a-4c78-9ca2-d446b555894d" providerId="AD" clId="Web-{15E8EEB5-4A34-A0FD-F696-A0AD46F90503}" dt="2025-06-02T05:45:52.792" v="8"/>
        <pc:sldMkLst>
          <pc:docMk/>
          <pc:sldMk cId="980066122" sldId="1288"/>
        </pc:sldMkLst>
      </pc:sldChg>
      <pc:sldChg chg="del">
        <pc:chgData name="Zhao, Xin" userId="S::xin.zhao@pnnl.gov::384317b9-971a-4c78-9ca2-d446b555894d" providerId="AD" clId="Web-{15E8EEB5-4A34-A0FD-F696-A0AD46F90503}" dt="2025-06-02T05:44:11.916" v="1"/>
        <pc:sldMkLst>
          <pc:docMk/>
          <pc:sldMk cId="683263558" sldId="2435"/>
        </pc:sldMkLst>
      </pc:sldChg>
      <pc:sldChg chg="modSp add modTransition">
        <pc:chgData name="Zhao, Xin" userId="S::xin.zhao@pnnl.gov::384317b9-971a-4c78-9ca2-d446b555894d" providerId="AD" clId="Web-{15E8EEB5-4A34-A0FD-F696-A0AD46F90503}" dt="2025-06-02T06:13:58.612" v="92"/>
        <pc:sldMkLst>
          <pc:docMk/>
          <pc:sldMk cId="1569256522" sldId="2439"/>
        </pc:sldMkLst>
        <pc:spChg chg="mod">
          <ac:chgData name="Zhao, Xin" userId="S::xin.zhao@pnnl.gov::384317b9-971a-4c78-9ca2-d446b555894d" providerId="AD" clId="Web-{15E8EEB5-4A34-A0FD-F696-A0AD46F90503}" dt="2025-06-02T06:13:58.612" v="92"/>
          <ac:spMkLst>
            <pc:docMk/>
            <pc:sldMk cId="1569256522" sldId="2439"/>
            <ac:spMk id="4" creationId="{1F694F7A-157C-CB39-243E-F2054314F2BB}"/>
          </ac:spMkLst>
        </pc:spChg>
      </pc:sldChg>
      <pc:sldChg chg="del">
        <pc:chgData name="Zhao, Xin" userId="S::xin.zhao@pnnl.gov::384317b9-971a-4c78-9ca2-d446b555894d" providerId="AD" clId="Web-{15E8EEB5-4A34-A0FD-F696-A0AD46F90503}" dt="2025-06-02T05:45:26.369" v="5"/>
        <pc:sldMkLst>
          <pc:docMk/>
          <pc:sldMk cId="4276463489" sldId="2439"/>
        </pc:sldMkLst>
      </pc:sldChg>
      <pc:sldChg chg="modTransition">
        <pc:chgData name="Zhao, Xin" userId="S::xin.zhao@pnnl.gov::384317b9-971a-4c78-9ca2-d446b555894d" providerId="AD" clId="Web-{15E8EEB5-4A34-A0FD-F696-A0AD46F90503}" dt="2025-06-02T06:09:21.288" v="61"/>
        <pc:sldMkLst>
          <pc:docMk/>
          <pc:sldMk cId="1373572470" sldId="2440"/>
        </pc:sldMkLst>
      </pc:sldChg>
      <pc:sldChg chg="modSp add">
        <pc:chgData name="Zhao, Xin" userId="S::xin.zhao@pnnl.gov::384317b9-971a-4c78-9ca2-d446b555894d" providerId="AD" clId="Web-{15E8EEB5-4A34-A0FD-F696-A0AD46F90503}" dt="2025-06-02T05:44:16.510" v="2" actId="20577"/>
        <pc:sldMkLst>
          <pc:docMk/>
          <pc:sldMk cId="464799864" sldId="2441"/>
        </pc:sldMkLst>
        <pc:spChg chg="mod">
          <ac:chgData name="Zhao, Xin" userId="S::xin.zhao@pnnl.gov::384317b9-971a-4c78-9ca2-d446b555894d" providerId="AD" clId="Web-{15E8EEB5-4A34-A0FD-F696-A0AD46F90503}" dt="2025-06-02T05:44:16.510" v="2" actId="20577"/>
          <ac:spMkLst>
            <pc:docMk/>
            <pc:sldMk cId="464799864" sldId="2441"/>
            <ac:spMk id="8" creationId="{FCA3BF27-1BD6-6C48-807C-EDACED96C9B7}"/>
          </ac:spMkLst>
        </pc:spChg>
      </pc:sldChg>
      <pc:sldChg chg="modSp add modTransition">
        <pc:chgData name="Zhao, Xin" userId="S::xin.zhao@pnnl.gov::384317b9-971a-4c78-9ca2-d446b555894d" providerId="AD" clId="Web-{15E8EEB5-4A34-A0FD-F696-A0AD46F90503}" dt="2025-06-02T06:13:52.549" v="91"/>
        <pc:sldMkLst>
          <pc:docMk/>
          <pc:sldMk cId="3052772682" sldId="2442"/>
        </pc:sldMkLst>
        <pc:spChg chg="mod">
          <ac:chgData name="Zhao, Xin" userId="S::xin.zhao@pnnl.gov::384317b9-971a-4c78-9ca2-d446b555894d" providerId="AD" clId="Web-{15E8EEB5-4A34-A0FD-F696-A0AD46F90503}" dt="2025-06-02T06:13:52.549" v="91"/>
          <ac:spMkLst>
            <pc:docMk/>
            <pc:sldMk cId="3052772682" sldId="2442"/>
            <ac:spMk id="3" creationId="{00000000-0000-0000-0000-000000000000}"/>
          </ac:spMkLst>
        </pc:spChg>
      </pc:sldChg>
    </pc:docChg>
  </pc:docChgLst>
  <pc:docChgLst>
    <pc:chgData name="Zhao, Xin" userId="S::xin.zhao@pnnl.gov::384317b9-971a-4c78-9ca2-d446b555894d" providerId="AD" clId="Web-{10DD8C1B-6D11-260E-E48B-6600A1E51D40}"/>
    <pc:docChg chg="addSld modSld">
      <pc:chgData name="Zhao, Xin" userId="S::xin.zhao@pnnl.gov::384317b9-971a-4c78-9ca2-d446b555894d" providerId="AD" clId="Web-{10DD8C1B-6D11-260E-E48B-6600A1E51D40}" dt="2025-06-02T18:01:34.604" v="1"/>
      <pc:docMkLst>
        <pc:docMk/>
      </pc:docMkLst>
      <pc:sldChg chg="add modTransition">
        <pc:chgData name="Zhao, Xin" userId="S::xin.zhao@pnnl.gov::384317b9-971a-4c78-9ca2-d446b555894d" providerId="AD" clId="Web-{10DD8C1B-6D11-260E-E48B-6600A1E51D40}" dt="2025-06-02T18:01:34.604" v="1"/>
        <pc:sldMkLst>
          <pc:docMk/>
          <pc:sldMk cId="1566259553" sldId="2449"/>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2A8C31-61B4-5B44-BF23-BC0A031AC677}" type="doc">
      <dgm:prSet loTypeId="urn:microsoft.com/office/officeart/2005/8/layout/hierarchy1" loCatId="" qsTypeId="urn:microsoft.com/office/officeart/2005/8/quickstyle/simple1" qsCatId="simple" csTypeId="urn:microsoft.com/office/officeart/2005/8/colors/accent2_2" csCatId="accent2" phldr="1"/>
      <dgm:spPr/>
      <dgm:t>
        <a:bodyPr/>
        <a:lstStyle/>
        <a:p>
          <a:endParaRPr lang="en-US"/>
        </a:p>
      </dgm:t>
    </dgm:pt>
    <dgm:pt modelId="{C54EE76F-2E90-9B4C-B7A8-ABBD7E1B7286}">
      <dgm:prSet phldrT="[Text]"/>
      <dgm:spPr>
        <a:solidFill>
          <a:schemeClr val="lt1">
            <a:hueOff val="0"/>
            <a:satOff val="0"/>
            <a:lumOff val="0"/>
          </a:schemeClr>
        </a:solidFill>
      </dgm:spPr>
      <dgm:t>
        <a:bodyPr/>
        <a:lstStyle/>
        <a:p>
          <a:pPr rtl="0"/>
          <a:r>
            <a:rPr lang="en-US" b="1">
              <a:solidFill>
                <a:srgbClr val="000000"/>
              </a:solidFill>
            </a:rPr>
            <a:t>Total Water Use</a:t>
          </a:r>
        </a:p>
      </dgm:t>
    </dgm:pt>
    <dgm:pt modelId="{71878DD4-9A28-134C-86CA-3D2334E55457}" type="parTrans" cxnId="{50B5CB47-2CD4-BA4F-AE64-728A45B04076}">
      <dgm:prSet/>
      <dgm:spPr/>
      <dgm:t>
        <a:bodyPr/>
        <a:lstStyle/>
        <a:p>
          <a:endParaRPr lang="en-US"/>
        </a:p>
      </dgm:t>
    </dgm:pt>
    <dgm:pt modelId="{6CB897A9-2159-B244-9EF7-84687F8D0E97}" type="sibTrans" cxnId="{50B5CB47-2CD4-BA4F-AE64-728A45B04076}">
      <dgm:prSet/>
      <dgm:spPr/>
      <dgm:t>
        <a:bodyPr/>
        <a:lstStyle/>
        <a:p>
          <a:endParaRPr lang="en-US"/>
        </a:p>
      </dgm:t>
    </dgm:pt>
    <dgm:pt modelId="{50B9EC25-9FBE-4741-A94E-0CBD3E028BD8}" type="asst">
      <dgm:prSet phldrT="[Text]"/>
      <dgm:spPr>
        <a:solidFill>
          <a:schemeClr val="lt1">
            <a:hueOff val="0"/>
            <a:satOff val="0"/>
            <a:lumOff val="0"/>
          </a:schemeClr>
        </a:solidFill>
      </dgm:spPr>
      <dgm:t>
        <a:bodyPr/>
        <a:lstStyle/>
        <a:p>
          <a:pPr rtl="0"/>
          <a:r>
            <a:rPr lang="en-US" b="1">
              <a:solidFill>
                <a:srgbClr val="000000"/>
              </a:solidFill>
            </a:rPr>
            <a:t>Non-Agricultural Water Use</a:t>
          </a:r>
        </a:p>
      </dgm:t>
    </dgm:pt>
    <dgm:pt modelId="{DC8241FD-33B8-004B-996B-C919B73EEDE7}" type="parTrans" cxnId="{CC57CF61-6323-9343-84E2-7720E4D4125A}">
      <dgm:prSet/>
      <dgm:spPr>
        <a:ln w="38100"/>
      </dgm:spPr>
      <dgm:t>
        <a:bodyPr/>
        <a:lstStyle/>
        <a:p>
          <a:endParaRPr lang="en-US"/>
        </a:p>
      </dgm:t>
    </dgm:pt>
    <dgm:pt modelId="{CEAFB52A-3A0D-5A4C-AC57-FB1B29E386BB}" type="sibTrans" cxnId="{CC57CF61-6323-9343-84E2-7720E4D4125A}">
      <dgm:prSet/>
      <dgm:spPr/>
      <dgm:t>
        <a:bodyPr/>
        <a:lstStyle/>
        <a:p>
          <a:endParaRPr lang="en-US"/>
        </a:p>
      </dgm:t>
    </dgm:pt>
    <dgm:pt modelId="{1564E0EB-F8A9-F649-9F7B-B9521AD5D181}">
      <dgm:prSet phldrT="[Text]"/>
      <dgm:spPr>
        <a:solidFill>
          <a:schemeClr val="lt1">
            <a:hueOff val="0"/>
            <a:satOff val="0"/>
            <a:lumOff val="0"/>
          </a:schemeClr>
        </a:solidFill>
      </dgm:spPr>
      <dgm:t>
        <a:bodyPr/>
        <a:lstStyle/>
        <a:p>
          <a:pPr rtl="0"/>
          <a:r>
            <a:rPr lang="en-US" b="1">
              <a:solidFill>
                <a:srgbClr val="000000"/>
              </a:solidFill>
            </a:rPr>
            <a:t>Irrigation</a:t>
          </a:r>
        </a:p>
      </dgm:t>
    </dgm:pt>
    <dgm:pt modelId="{C739946D-0742-3B44-A304-6E3D2B2C6922}" type="parTrans" cxnId="{95F9BE81-8CFB-8646-B070-B1E30169C882}">
      <dgm:prSet/>
      <dgm:spPr>
        <a:ln w="38100"/>
      </dgm:spPr>
      <dgm:t>
        <a:bodyPr/>
        <a:lstStyle/>
        <a:p>
          <a:endParaRPr lang="en-US"/>
        </a:p>
      </dgm:t>
    </dgm:pt>
    <dgm:pt modelId="{95B141AF-5C65-6C49-B28D-2AFFB45F5260}" type="sibTrans" cxnId="{95F9BE81-8CFB-8646-B070-B1E30169C882}">
      <dgm:prSet/>
      <dgm:spPr/>
      <dgm:t>
        <a:bodyPr/>
        <a:lstStyle/>
        <a:p>
          <a:endParaRPr lang="en-US"/>
        </a:p>
      </dgm:t>
    </dgm:pt>
    <dgm:pt modelId="{A01D9B9D-9A53-D54B-A6A6-C4F5847DD1C6}">
      <dgm:prSet phldrT="[Text]"/>
      <dgm:spPr>
        <a:solidFill>
          <a:schemeClr val="lt1">
            <a:hueOff val="0"/>
            <a:satOff val="0"/>
            <a:lumOff val="0"/>
          </a:schemeClr>
        </a:solidFill>
      </dgm:spPr>
      <dgm:t>
        <a:bodyPr/>
        <a:lstStyle/>
        <a:p>
          <a:pPr rtl="0"/>
          <a:r>
            <a:rPr lang="en-US" b="1">
              <a:solidFill>
                <a:srgbClr val="000000"/>
              </a:solidFill>
            </a:rPr>
            <a:t>Livestock</a:t>
          </a:r>
        </a:p>
      </dgm:t>
    </dgm:pt>
    <dgm:pt modelId="{4357E074-18CC-5348-8A84-4CCAF6C3DE28}" type="parTrans" cxnId="{5388A537-5958-D440-94DB-58D0274EE91B}">
      <dgm:prSet/>
      <dgm:spPr>
        <a:ln w="38100"/>
      </dgm:spPr>
      <dgm:t>
        <a:bodyPr/>
        <a:lstStyle/>
        <a:p>
          <a:endParaRPr lang="en-US"/>
        </a:p>
      </dgm:t>
    </dgm:pt>
    <dgm:pt modelId="{D12B9CFB-0FDD-0B41-AF40-7898DFA6FF48}" type="sibTrans" cxnId="{5388A537-5958-D440-94DB-58D0274EE91B}">
      <dgm:prSet/>
      <dgm:spPr/>
      <dgm:t>
        <a:bodyPr/>
        <a:lstStyle/>
        <a:p>
          <a:endParaRPr lang="en-US"/>
        </a:p>
      </dgm:t>
    </dgm:pt>
    <dgm:pt modelId="{4BDBDBC5-57F2-8544-A155-3DFD9B4FBE41}" type="asst">
      <dgm:prSet/>
      <dgm:spPr>
        <a:solidFill>
          <a:schemeClr val="lt1">
            <a:hueOff val="0"/>
            <a:satOff val="0"/>
            <a:lumOff val="0"/>
          </a:schemeClr>
        </a:solidFill>
      </dgm:spPr>
      <dgm:t>
        <a:bodyPr/>
        <a:lstStyle/>
        <a:p>
          <a:pPr rtl="0"/>
          <a:r>
            <a:rPr lang="en-US" b="1">
              <a:solidFill>
                <a:srgbClr val="000000"/>
              </a:solidFill>
            </a:rPr>
            <a:t>Agricultural Water Use</a:t>
          </a:r>
        </a:p>
      </dgm:t>
    </dgm:pt>
    <dgm:pt modelId="{246244A3-21F7-2447-B713-D62A46F95341}" type="parTrans" cxnId="{BD7F1A66-FDB3-AD44-A020-CDB4623BA4B5}">
      <dgm:prSet/>
      <dgm:spPr>
        <a:ln w="38100"/>
      </dgm:spPr>
      <dgm:t>
        <a:bodyPr/>
        <a:lstStyle/>
        <a:p>
          <a:endParaRPr lang="en-US"/>
        </a:p>
      </dgm:t>
    </dgm:pt>
    <dgm:pt modelId="{9DBF4075-3407-414D-96D3-AD373E2B21D4}" type="sibTrans" cxnId="{BD7F1A66-FDB3-AD44-A020-CDB4623BA4B5}">
      <dgm:prSet/>
      <dgm:spPr/>
      <dgm:t>
        <a:bodyPr/>
        <a:lstStyle/>
        <a:p>
          <a:endParaRPr lang="en-US"/>
        </a:p>
      </dgm:t>
    </dgm:pt>
    <dgm:pt modelId="{76A4FC42-A013-D446-B679-B7CAAE5BCF0C}" type="asst">
      <dgm:prSet/>
      <dgm:spPr>
        <a:solidFill>
          <a:schemeClr val="lt1">
            <a:hueOff val="0"/>
            <a:satOff val="0"/>
            <a:lumOff val="0"/>
          </a:schemeClr>
        </a:solidFill>
      </dgm:spPr>
      <dgm:t>
        <a:bodyPr/>
        <a:lstStyle/>
        <a:p>
          <a:r>
            <a:rPr lang="en-US" b="1">
              <a:solidFill>
                <a:srgbClr val="000000"/>
              </a:solidFill>
            </a:rPr>
            <a:t>Domestic</a:t>
          </a:r>
        </a:p>
      </dgm:t>
    </dgm:pt>
    <dgm:pt modelId="{E8CE0E58-3E3B-E04E-91DF-0BD164E7A2F8}" type="parTrans" cxnId="{4FA3F33C-1B18-CE46-8909-EE216A5A35D6}">
      <dgm:prSet/>
      <dgm:spPr>
        <a:ln w="38100"/>
      </dgm:spPr>
      <dgm:t>
        <a:bodyPr/>
        <a:lstStyle/>
        <a:p>
          <a:endParaRPr lang="en-US"/>
        </a:p>
      </dgm:t>
    </dgm:pt>
    <dgm:pt modelId="{F4765385-8F10-0442-A58D-C92E35F345B4}" type="sibTrans" cxnId="{4FA3F33C-1B18-CE46-8909-EE216A5A35D6}">
      <dgm:prSet/>
      <dgm:spPr/>
      <dgm:t>
        <a:bodyPr/>
        <a:lstStyle/>
        <a:p>
          <a:endParaRPr lang="en-US"/>
        </a:p>
      </dgm:t>
    </dgm:pt>
    <dgm:pt modelId="{7129A065-37F1-614E-8A9F-F0DA03CE07F8}" type="asst">
      <dgm:prSet/>
      <dgm:spPr>
        <a:solidFill>
          <a:schemeClr val="lt1">
            <a:hueOff val="0"/>
            <a:satOff val="0"/>
            <a:lumOff val="0"/>
          </a:schemeClr>
        </a:solidFill>
      </dgm:spPr>
      <dgm:t>
        <a:bodyPr/>
        <a:lstStyle/>
        <a:p>
          <a:pPr rtl="0"/>
          <a:r>
            <a:rPr lang="en-US" b="1">
              <a:solidFill>
                <a:srgbClr val="000000"/>
              </a:solidFill>
            </a:rPr>
            <a:t>Electricity Generation</a:t>
          </a:r>
        </a:p>
      </dgm:t>
    </dgm:pt>
    <dgm:pt modelId="{F7C53ED1-15CB-CF42-A82C-9E0F47D139A8}" type="parTrans" cxnId="{D85FBE28-F913-EB4A-ABEF-BAF2ACD8DE77}">
      <dgm:prSet/>
      <dgm:spPr>
        <a:ln w="38100"/>
      </dgm:spPr>
      <dgm:t>
        <a:bodyPr/>
        <a:lstStyle/>
        <a:p>
          <a:endParaRPr lang="en-US"/>
        </a:p>
      </dgm:t>
    </dgm:pt>
    <dgm:pt modelId="{080EEFCB-D92B-1646-8DC2-062924D5336E}" type="sibTrans" cxnId="{D85FBE28-F913-EB4A-ABEF-BAF2ACD8DE77}">
      <dgm:prSet/>
      <dgm:spPr/>
      <dgm:t>
        <a:bodyPr/>
        <a:lstStyle/>
        <a:p>
          <a:endParaRPr lang="en-US"/>
        </a:p>
      </dgm:t>
    </dgm:pt>
    <dgm:pt modelId="{4DFAE8A3-8A3F-B34C-A8D2-9BD1D3B31F23}" type="asst">
      <dgm:prSet/>
      <dgm:spPr>
        <a:solidFill>
          <a:schemeClr val="lt1">
            <a:hueOff val="0"/>
            <a:satOff val="0"/>
            <a:lumOff val="0"/>
          </a:schemeClr>
        </a:solidFill>
      </dgm:spPr>
      <dgm:t>
        <a:bodyPr/>
        <a:lstStyle/>
        <a:p>
          <a:r>
            <a:rPr lang="en-US" b="1">
              <a:solidFill>
                <a:srgbClr val="000000"/>
              </a:solidFill>
            </a:rPr>
            <a:t>Primary Energy</a:t>
          </a:r>
        </a:p>
      </dgm:t>
    </dgm:pt>
    <dgm:pt modelId="{E1AA083A-BBE8-B44E-BAD0-0A01730A3D96}" type="parTrans" cxnId="{E907C1A4-792D-3F47-AE23-13C64FC25B8E}">
      <dgm:prSet/>
      <dgm:spPr>
        <a:ln w="38100"/>
      </dgm:spPr>
      <dgm:t>
        <a:bodyPr/>
        <a:lstStyle/>
        <a:p>
          <a:endParaRPr lang="en-US"/>
        </a:p>
      </dgm:t>
    </dgm:pt>
    <dgm:pt modelId="{7CB6D41D-A41D-4E43-9422-1D6582641410}" type="sibTrans" cxnId="{E907C1A4-792D-3F47-AE23-13C64FC25B8E}">
      <dgm:prSet/>
      <dgm:spPr/>
      <dgm:t>
        <a:bodyPr/>
        <a:lstStyle/>
        <a:p>
          <a:endParaRPr lang="en-US"/>
        </a:p>
      </dgm:t>
    </dgm:pt>
    <dgm:pt modelId="{B377F642-8F58-0A49-A378-1D04205DBBF1}">
      <dgm:prSet/>
      <dgm:spPr>
        <a:solidFill>
          <a:schemeClr val="lt1">
            <a:hueOff val="0"/>
            <a:satOff val="0"/>
            <a:lumOff val="0"/>
          </a:schemeClr>
        </a:solidFill>
      </dgm:spPr>
      <dgm:t>
        <a:bodyPr/>
        <a:lstStyle/>
        <a:p>
          <a:r>
            <a:rPr lang="en-US" b="1">
              <a:solidFill>
                <a:srgbClr val="000000"/>
              </a:solidFill>
            </a:rPr>
            <a:t>Manufacturing</a:t>
          </a:r>
        </a:p>
      </dgm:t>
    </dgm:pt>
    <dgm:pt modelId="{B316231E-0430-864E-A500-EEDDDAB58A5E}" type="parTrans" cxnId="{4C2C9611-632D-CB41-9289-78412B42FE1E}">
      <dgm:prSet/>
      <dgm:spPr>
        <a:ln w="38100"/>
      </dgm:spPr>
      <dgm:t>
        <a:bodyPr/>
        <a:lstStyle/>
        <a:p>
          <a:endParaRPr lang="en-US"/>
        </a:p>
      </dgm:t>
    </dgm:pt>
    <dgm:pt modelId="{AB673193-3693-CF41-9E41-F7A00CCBB081}" type="sibTrans" cxnId="{4C2C9611-632D-CB41-9289-78412B42FE1E}">
      <dgm:prSet/>
      <dgm:spPr/>
      <dgm:t>
        <a:bodyPr/>
        <a:lstStyle/>
        <a:p>
          <a:endParaRPr lang="en-US"/>
        </a:p>
      </dgm:t>
    </dgm:pt>
    <dgm:pt modelId="{85448AE5-83BA-A149-B0C6-F94F4B9EF063}">
      <dgm:prSet/>
      <dgm:spPr>
        <a:solidFill>
          <a:schemeClr val="lt1">
            <a:hueOff val="0"/>
            <a:satOff val="0"/>
            <a:lumOff val="0"/>
          </a:schemeClr>
        </a:solidFill>
      </dgm:spPr>
      <dgm:t>
        <a:bodyPr/>
        <a:lstStyle/>
        <a:p>
          <a:pPr rtl="0"/>
          <a:r>
            <a:rPr lang="en-US" b="1">
              <a:solidFill>
                <a:srgbClr val="000000"/>
              </a:solidFill>
            </a:rPr>
            <a:t>Hydropower</a:t>
          </a:r>
        </a:p>
        <a:p>
          <a:pPr rtl="0"/>
          <a:r>
            <a:rPr lang="en-US" b="1">
              <a:solidFill>
                <a:srgbClr val="000000"/>
              </a:solidFill>
            </a:rPr>
            <a:t>Wind</a:t>
          </a:r>
        </a:p>
        <a:p>
          <a:pPr rtl="0"/>
          <a:r>
            <a:rPr lang="en-US" b="1">
              <a:solidFill>
                <a:srgbClr val="000000"/>
              </a:solidFill>
            </a:rPr>
            <a:t>PV</a:t>
          </a:r>
        </a:p>
        <a:p>
          <a:pPr rtl="0"/>
          <a:r>
            <a:rPr lang="en-US" b="1">
              <a:solidFill>
                <a:srgbClr val="000000"/>
              </a:solidFill>
            </a:rPr>
            <a:t>CSP</a:t>
          </a:r>
        </a:p>
        <a:p>
          <a:pPr rtl="0"/>
          <a:r>
            <a:rPr lang="en-US" b="1">
              <a:solidFill>
                <a:srgbClr val="000000"/>
              </a:solidFill>
            </a:rPr>
            <a:t>Geothermal</a:t>
          </a:r>
        </a:p>
        <a:p>
          <a:pPr rtl="0"/>
          <a:r>
            <a:rPr lang="en-US" b="1">
              <a:solidFill>
                <a:srgbClr val="000000"/>
              </a:solidFill>
            </a:rPr>
            <a:t>Nuclear</a:t>
          </a:r>
        </a:p>
        <a:p>
          <a:pPr rtl="0"/>
          <a:r>
            <a:rPr lang="en-US" b="1">
              <a:solidFill>
                <a:srgbClr val="000000"/>
              </a:solidFill>
            </a:rPr>
            <a:t>Biomass (+CCS)</a:t>
          </a:r>
        </a:p>
        <a:p>
          <a:pPr rtl="0"/>
          <a:r>
            <a:rPr lang="en-US" b="1">
              <a:solidFill>
                <a:srgbClr val="000000"/>
              </a:solidFill>
            </a:rPr>
            <a:t>Oil (+CCS)</a:t>
          </a:r>
        </a:p>
        <a:p>
          <a:pPr rtl="0"/>
          <a:r>
            <a:rPr lang="en-US" b="1">
              <a:solidFill>
                <a:srgbClr val="000000"/>
              </a:solidFill>
            </a:rPr>
            <a:t>Gas (+CCS)</a:t>
          </a:r>
        </a:p>
        <a:p>
          <a:pPr rtl="0"/>
          <a:r>
            <a:rPr lang="en-US" b="1">
              <a:solidFill>
                <a:srgbClr val="000000"/>
              </a:solidFill>
            </a:rPr>
            <a:t>Coal (+CCS)</a:t>
          </a:r>
        </a:p>
      </dgm:t>
    </dgm:pt>
    <dgm:pt modelId="{A8409846-20B8-9949-B6F9-2F2905ADB03A}" type="parTrans" cxnId="{D37BCA19-142C-BF4C-A0B1-BFD6D93A13F6}">
      <dgm:prSet/>
      <dgm:spPr>
        <a:ln w="38100"/>
      </dgm:spPr>
      <dgm:t>
        <a:bodyPr/>
        <a:lstStyle/>
        <a:p>
          <a:endParaRPr lang="en-US"/>
        </a:p>
      </dgm:t>
    </dgm:pt>
    <dgm:pt modelId="{0C56B6BB-9780-9645-BB1B-8D6D07152310}" type="sibTrans" cxnId="{D37BCA19-142C-BF4C-A0B1-BFD6D93A13F6}">
      <dgm:prSet/>
      <dgm:spPr/>
      <dgm:t>
        <a:bodyPr/>
        <a:lstStyle/>
        <a:p>
          <a:endParaRPr lang="en-US"/>
        </a:p>
      </dgm:t>
    </dgm:pt>
    <dgm:pt modelId="{9568A2CD-EFB8-D84D-BADA-2165E037411B}">
      <dgm:prSet/>
      <dgm:spPr>
        <a:solidFill>
          <a:schemeClr val="lt1">
            <a:hueOff val="0"/>
            <a:satOff val="0"/>
            <a:lumOff val="0"/>
          </a:schemeClr>
        </a:solidFill>
      </dgm:spPr>
      <dgm:t>
        <a:bodyPr/>
        <a:lstStyle/>
        <a:p>
          <a:pPr rtl="0"/>
          <a:r>
            <a:rPr lang="en-US" b="1">
              <a:solidFill>
                <a:srgbClr val="000000"/>
              </a:solidFill>
            </a:rPr>
            <a:t>Once-Through</a:t>
          </a:r>
        </a:p>
        <a:p>
          <a:pPr rtl="0"/>
          <a:r>
            <a:rPr lang="en-US" b="1">
              <a:solidFill>
                <a:srgbClr val="000000"/>
              </a:solidFill>
            </a:rPr>
            <a:t>Dry Cooling</a:t>
          </a:r>
        </a:p>
        <a:p>
          <a:pPr rtl="0"/>
          <a:r>
            <a:rPr lang="en-US" b="1">
              <a:solidFill>
                <a:srgbClr val="000000"/>
              </a:solidFill>
            </a:rPr>
            <a:t>Cooling Ponds</a:t>
          </a:r>
        </a:p>
        <a:p>
          <a:pPr rtl="0"/>
          <a:r>
            <a:rPr lang="en-US" b="1">
              <a:solidFill>
                <a:srgbClr val="000000"/>
              </a:solidFill>
            </a:rPr>
            <a:t>Wet Towers</a:t>
          </a:r>
        </a:p>
      </dgm:t>
    </dgm:pt>
    <dgm:pt modelId="{0AA95C1B-2B7A-6345-B69F-51E6105926CE}" type="parTrans" cxnId="{4D010ED2-89CE-C248-B14A-24E4A953047C}">
      <dgm:prSet/>
      <dgm:spPr>
        <a:ln w="38100"/>
      </dgm:spPr>
      <dgm:t>
        <a:bodyPr/>
        <a:lstStyle/>
        <a:p>
          <a:endParaRPr lang="en-US"/>
        </a:p>
      </dgm:t>
    </dgm:pt>
    <dgm:pt modelId="{C64193F2-AEC4-7849-8006-2F1E8953D935}" type="sibTrans" cxnId="{4D010ED2-89CE-C248-B14A-24E4A953047C}">
      <dgm:prSet/>
      <dgm:spPr/>
      <dgm:t>
        <a:bodyPr/>
        <a:lstStyle/>
        <a:p>
          <a:endParaRPr lang="en-US"/>
        </a:p>
      </dgm:t>
    </dgm:pt>
    <dgm:pt modelId="{705A9A45-CC61-3D47-8274-7B0C9661CD31}">
      <dgm:prSet/>
      <dgm:spPr>
        <a:solidFill>
          <a:schemeClr val="lt1">
            <a:hueOff val="0"/>
            <a:satOff val="0"/>
            <a:lumOff val="0"/>
          </a:schemeClr>
        </a:solidFill>
      </dgm:spPr>
      <dgm:t>
        <a:bodyPr/>
        <a:lstStyle/>
        <a:p>
          <a:pPr rtl="0"/>
          <a:r>
            <a:rPr lang="en-US" b="1">
              <a:solidFill>
                <a:srgbClr val="000000"/>
              </a:solidFill>
            </a:rPr>
            <a:t>Coal</a:t>
          </a:r>
        </a:p>
        <a:p>
          <a:pPr rtl="0"/>
          <a:r>
            <a:rPr lang="en-US" b="1">
              <a:solidFill>
                <a:srgbClr val="000000"/>
              </a:solidFill>
            </a:rPr>
            <a:t>Natural Gas</a:t>
          </a:r>
        </a:p>
        <a:p>
          <a:pPr rtl="0"/>
          <a:r>
            <a:rPr lang="en-US" b="1">
              <a:solidFill>
                <a:srgbClr val="000000"/>
              </a:solidFill>
            </a:rPr>
            <a:t>Conventional Oil</a:t>
          </a:r>
        </a:p>
        <a:p>
          <a:pPr rtl="0"/>
          <a:r>
            <a:rPr lang="en-US" b="1">
              <a:solidFill>
                <a:srgbClr val="000000"/>
              </a:solidFill>
            </a:rPr>
            <a:t>Unconventional Oil</a:t>
          </a:r>
        </a:p>
        <a:p>
          <a:pPr rtl="0"/>
          <a:r>
            <a:rPr lang="en-US" b="1">
              <a:solidFill>
                <a:srgbClr val="000000"/>
              </a:solidFill>
            </a:rPr>
            <a:t>Uranium</a:t>
          </a:r>
        </a:p>
      </dgm:t>
    </dgm:pt>
    <dgm:pt modelId="{207716B1-E837-5F46-A398-E102C9B6E842}" type="parTrans" cxnId="{2A17CB92-9B6C-1047-9852-8512FBF57221}">
      <dgm:prSet/>
      <dgm:spPr>
        <a:ln w="38100"/>
      </dgm:spPr>
      <dgm:t>
        <a:bodyPr/>
        <a:lstStyle/>
        <a:p>
          <a:endParaRPr lang="en-US"/>
        </a:p>
      </dgm:t>
    </dgm:pt>
    <dgm:pt modelId="{81944E4F-6794-0F4E-B0A4-8FF81EF6C677}" type="sibTrans" cxnId="{2A17CB92-9B6C-1047-9852-8512FBF57221}">
      <dgm:prSet/>
      <dgm:spPr/>
      <dgm:t>
        <a:bodyPr/>
        <a:lstStyle/>
        <a:p>
          <a:endParaRPr lang="en-US"/>
        </a:p>
      </dgm:t>
    </dgm:pt>
    <dgm:pt modelId="{C311683A-9EEE-D446-8E6E-81E0FE51B15F}">
      <dgm:prSet/>
      <dgm:spPr>
        <a:solidFill>
          <a:schemeClr val="lt1">
            <a:hueOff val="0"/>
            <a:satOff val="0"/>
            <a:lumOff val="0"/>
          </a:schemeClr>
        </a:solidFill>
      </dgm:spPr>
      <dgm:t>
        <a:bodyPr/>
        <a:lstStyle/>
        <a:p>
          <a:pPr rtl="0"/>
          <a:r>
            <a:rPr lang="en-US" b="1">
              <a:solidFill>
                <a:srgbClr val="000000"/>
              </a:solidFill>
            </a:rPr>
            <a:t>Corn</a:t>
          </a:r>
        </a:p>
        <a:p>
          <a:pPr rtl="0"/>
          <a:r>
            <a:rPr lang="en-US" b="1" err="1">
              <a:solidFill>
                <a:srgbClr val="000000"/>
              </a:solidFill>
            </a:rPr>
            <a:t>FiberCrop</a:t>
          </a:r>
          <a:endParaRPr lang="en-US" b="1">
            <a:solidFill>
              <a:srgbClr val="000000"/>
            </a:solidFill>
          </a:endParaRPr>
        </a:p>
        <a:p>
          <a:pPr rtl="0"/>
          <a:r>
            <a:rPr lang="en-US" b="1" err="1">
              <a:solidFill>
                <a:srgbClr val="000000"/>
              </a:solidFill>
            </a:rPr>
            <a:t>FodderGrass</a:t>
          </a:r>
          <a:endParaRPr lang="en-US" b="1">
            <a:solidFill>
              <a:srgbClr val="000000"/>
            </a:solidFill>
          </a:endParaRPr>
        </a:p>
        <a:p>
          <a:pPr rtl="0"/>
          <a:r>
            <a:rPr lang="en-US" b="1" err="1">
              <a:solidFill>
                <a:srgbClr val="000000"/>
              </a:solidFill>
            </a:rPr>
            <a:t>FodderHerb</a:t>
          </a:r>
          <a:endParaRPr lang="en-US" b="1">
            <a:solidFill>
              <a:srgbClr val="000000"/>
            </a:solidFill>
          </a:endParaRPr>
        </a:p>
        <a:p>
          <a:pPr rtl="0"/>
          <a:r>
            <a:rPr lang="en-US" b="1">
              <a:solidFill>
                <a:srgbClr val="000000"/>
              </a:solidFill>
            </a:rPr>
            <a:t>Fruits</a:t>
          </a:r>
        </a:p>
        <a:p>
          <a:pPr rtl="0"/>
          <a:r>
            <a:rPr lang="en-US" b="1">
              <a:solidFill>
                <a:srgbClr val="000000"/>
              </a:solidFill>
            </a:rPr>
            <a:t>Legumes</a:t>
          </a:r>
        </a:p>
        <a:p>
          <a:pPr rtl="0"/>
          <a:r>
            <a:rPr lang="en-US" b="1" err="1">
              <a:solidFill>
                <a:srgbClr val="000000"/>
              </a:solidFill>
            </a:rPr>
            <a:t>MiscCrop</a:t>
          </a:r>
          <a:endParaRPr lang="en-US" b="1">
            <a:solidFill>
              <a:srgbClr val="000000"/>
            </a:solidFill>
          </a:endParaRPr>
        </a:p>
        <a:p>
          <a:pPr rtl="0"/>
          <a:r>
            <a:rPr lang="en-US" b="1" err="1">
              <a:solidFill>
                <a:srgbClr val="000000"/>
              </a:solidFill>
            </a:rPr>
            <a:t>NutsSeeds</a:t>
          </a:r>
          <a:endParaRPr lang="en-US" b="1">
            <a:solidFill>
              <a:srgbClr val="000000"/>
            </a:solidFill>
          </a:endParaRPr>
        </a:p>
        <a:p>
          <a:pPr rtl="0"/>
          <a:r>
            <a:rPr lang="en-US" b="1" err="1">
              <a:solidFill>
                <a:srgbClr val="000000"/>
              </a:solidFill>
            </a:rPr>
            <a:t>OilCrop</a:t>
          </a:r>
          <a:endParaRPr lang="en-US" b="1">
            <a:solidFill>
              <a:srgbClr val="000000"/>
            </a:solidFill>
          </a:endParaRPr>
        </a:p>
        <a:p>
          <a:pPr rtl="0"/>
          <a:r>
            <a:rPr lang="en-US" b="1" err="1">
              <a:solidFill>
                <a:srgbClr val="000000"/>
              </a:solidFill>
            </a:rPr>
            <a:t>OilPalm</a:t>
          </a:r>
          <a:endParaRPr lang="en-US" b="1">
            <a:solidFill>
              <a:srgbClr val="000000"/>
            </a:solidFill>
          </a:endParaRPr>
        </a:p>
        <a:p>
          <a:pPr rtl="0"/>
          <a:r>
            <a:rPr lang="en-US" b="1" err="1">
              <a:solidFill>
                <a:srgbClr val="000000"/>
              </a:solidFill>
            </a:rPr>
            <a:t>OtherGrain</a:t>
          </a:r>
          <a:endParaRPr lang="en-US" b="1">
            <a:solidFill>
              <a:srgbClr val="000000"/>
            </a:solidFill>
          </a:endParaRPr>
        </a:p>
        <a:p>
          <a:pPr rtl="0"/>
          <a:r>
            <a:rPr lang="en-US" b="1">
              <a:solidFill>
                <a:srgbClr val="000000"/>
              </a:solidFill>
            </a:rPr>
            <a:t>Rice</a:t>
          </a:r>
        </a:p>
        <a:p>
          <a:pPr rtl="0"/>
          <a:r>
            <a:rPr lang="en-US" b="1" err="1">
              <a:solidFill>
                <a:srgbClr val="000000"/>
              </a:solidFill>
            </a:rPr>
            <a:t>RootTuber</a:t>
          </a:r>
          <a:endParaRPr lang="en-US" b="1">
            <a:solidFill>
              <a:srgbClr val="000000"/>
            </a:solidFill>
          </a:endParaRPr>
        </a:p>
        <a:p>
          <a:pPr rtl="0"/>
          <a:r>
            <a:rPr lang="en-US" b="1">
              <a:solidFill>
                <a:srgbClr val="000000"/>
              </a:solidFill>
            </a:rPr>
            <a:t>Soybean</a:t>
          </a:r>
        </a:p>
        <a:p>
          <a:pPr rtl="0"/>
          <a:r>
            <a:rPr lang="en-US" b="1" err="1">
              <a:solidFill>
                <a:srgbClr val="000000"/>
              </a:solidFill>
            </a:rPr>
            <a:t>SugarCrop</a:t>
          </a:r>
          <a:endParaRPr lang="en-US" b="1">
            <a:solidFill>
              <a:srgbClr val="000000"/>
            </a:solidFill>
          </a:endParaRPr>
        </a:p>
        <a:p>
          <a:pPr rtl="0"/>
          <a:r>
            <a:rPr lang="en-US" b="1">
              <a:solidFill>
                <a:srgbClr val="000000"/>
              </a:solidFill>
            </a:rPr>
            <a:t>Vegetables</a:t>
          </a:r>
        </a:p>
        <a:p>
          <a:pPr rtl="0"/>
          <a:r>
            <a:rPr lang="en-US" b="1">
              <a:solidFill>
                <a:srgbClr val="000000"/>
              </a:solidFill>
            </a:rPr>
            <a:t>Wheat</a:t>
          </a:r>
        </a:p>
        <a:p>
          <a:pPr rtl="0"/>
          <a:r>
            <a:rPr lang="en-US" b="1">
              <a:solidFill>
                <a:srgbClr val="000000"/>
              </a:solidFill>
            </a:rPr>
            <a:t>Biomass</a:t>
          </a:r>
        </a:p>
      </dgm:t>
    </dgm:pt>
    <dgm:pt modelId="{5EACCA52-AB45-864B-8BA3-1F47952922F0}" type="parTrans" cxnId="{B3500854-F768-6747-8A85-6C05A0CCB78F}">
      <dgm:prSet/>
      <dgm:spPr>
        <a:ln w="38100"/>
      </dgm:spPr>
      <dgm:t>
        <a:bodyPr/>
        <a:lstStyle/>
        <a:p>
          <a:endParaRPr lang="en-US"/>
        </a:p>
      </dgm:t>
    </dgm:pt>
    <dgm:pt modelId="{94B06DFB-107F-6349-9BA8-17D7886C5CEE}" type="sibTrans" cxnId="{B3500854-F768-6747-8A85-6C05A0CCB78F}">
      <dgm:prSet/>
      <dgm:spPr/>
      <dgm:t>
        <a:bodyPr/>
        <a:lstStyle/>
        <a:p>
          <a:endParaRPr lang="en-US"/>
        </a:p>
      </dgm:t>
    </dgm:pt>
    <dgm:pt modelId="{6A50BA6A-63EE-DF4E-A2F3-FBF2B39FC45B}">
      <dgm:prSet/>
      <dgm:spPr>
        <a:solidFill>
          <a:schemeClr val="lt1">
            <a:hueOff val="0"/>
            <a:satOff val="0"/>
            <a:lumOff val="0"/>
          </a:schemeClr>
        </a:solidFill>
      </dgm:spPr>
      <dgm:t>
        <a:bodyPr/>
        <a:lstStyle/>
        <a:p>
          <a:pPr rtl="0"/>
          <a:r>
            <a:rPr lang="en-US" b="1">
              <a:solidFill>
                <a:srgbClr val="000000"/>
              </a:solidFill>
            </a:rPr>
            <a:t>Beef</a:t>
          </a:r>
        </a:p>
        <a:p>
          <a:pPr rtl="0"/>
          <a:r>
            <a:rPr lang="en-US" b="1">
              <a:solidFill>
                <a:srgbClr val="000000"/>
              </a:solidFill>
            </a:rPr>
            <a:t>Dairy</a:t>
          </a:r>
        </a:p>
        <a:p>
          <a:pPr rtl="0"/>
          <a:r>
            <a:rPr lang="en-US" b="1">
              <a:solidFill>
                <a:srgbClr val="000000"/>
              </a:solidFill>
            </a:rPr>
            <a:t>Pork</a:t>
          </a:r>
        </a:p>
        <a:p>
          <a:pPr rtl="0"/>
          <a:r>
            <a:rPr lang="en-US" b="1">
              <a:solidFill>
                <a:srgbClr val="000000"/>
              </a:solidFill>
            </a:rPr>
            <a:t>Poultry</a:t>
          </a:r>
        </a:p>
        <a:p>
          <a:pPr rtl="0"/>
          <a:r>
            <a:rPr lang="en-US" b="1" err="1">
              <a:solidFill>
                <a:srgbClr val="000000"/>
              </a:solidFill>
            </a:rPr>
            <a:t>SheepGoa</a:t>
          </a:r>
          <a:r>
            <a:rPr lang="en-US" err="1">
              <a:solidFill>
                <a:srgbClr val="000000"/>
              </a:solidFill>
            </a:rPr>
            <a:t>t</a:t>
          </a:r>
          <a:endParaRPr lang="en-US">
            <a:solidFill>
              <a:srgbClr val="000000"/>
            </a:solidFill>
          </a:endParaRPr>
        </a:p>
      </dgm:t>
    </dgm:pt>
    <dgm:pt modelId="{FA84320E-FDA4-F447-B7AC-249764CE6BAC}" type="parTrans" cxnId="{EEB67809-93E2-0244-8545-2AF3A10935E1}">
      <dgm:prSet/>
      <dgm:spPr>
        <a:ln w="38100"/>
      </dgm:spPr>
      <dgm:t>
        <a:bodyPr/>
        <a:lstStyle/>
        <a:p>
          <a:endParaRPr lang="en-US"/>
        </a:p>
      </dgm:t>
    </dgm:pt>
    <dgm:pt modelId="{5525FDFA-A34F-F74D-8A0A-D85CABB6739D}" type="sibTrans" cxnId="{EEB67809-93E2-0244-8545-2AF3A10935E1}">
      <dgm:prSet/>
      <dgm:spPr/>
      <dgm:t>
        <a:bodyPr/>
        <a:lstStyle/>
        <a:p>
          <a:endParaRPr lang="en-US"/>
        </a:p>
      </dgm:t>
    </dgm:pt>
    <dgm:pt modelId="{5A5BC212-4844-4B49-BB31-E7A43D00118C}" type="pres">
      <dgm:prSet presAssocID="{EB2A8C31-61B4-5B44-BF23-BC0A031AC677}" presName="hierChild1" presStyleCnt="0">
        <dgm:presLayoutVars>
          <dgm:chPref val="1"/>
          <dgm:dir/>
          <dgm:animOne val="branch"/>
          <dgm:animLvl val="lvl"/>
          <dgm:resizeHandles/>
        </dgm:presLayoutVars>
      </dgm:prSet>
      <dgm:spPr/>
    </dgm:pt>
    <dgm:pt modelId="{76C085B9-3698-0449-BFA2-44E984E0B6CF}" type="pres">
      <dgm:prSet presAssocID="{C54EE76F-2E90-9B4C-B7A8-ABBD7E1B7286}" presName="hierRoot1" presStyleCnt="0"/>
      <dgm:spPr/>
    </dgm:pt>
    <dgm:pt modelId="{FEEE582B-18E1-4244-9AA9-F5571D491EC9}" type="pres">
      <dgm:prSet presAssocID="{C54EE76F-2E90-9B4C-B7A8-ABBD7E1B7286}" presName="composite" presStyleCnt="0"/>
      <dgm:spPr/>
    </dgm:pt>
    <dgm:pt modelId="{568096FA-4DD0-2D48-809A-C4D8F39A89E1}" type="pres">
      <dgm:prSet presAssocID="{C54EE76F-2E90-9B4C-B7A8-ABBD7E1B7286}" presName="background" presStyleLbl="node0" presStyleIdx="0" presStyleCnt="1"/>
      <dgm:spPr>
        <a:noFill/>
        <a:ln>
          <a:noFill/>
        </a:ln>
      </dgm:spPr>
    </dgm:pt>
    <dgm:pt modelId="{E0DA408B-46D1-9141-BAFD-0F1EF40A982B}" type="pres">
      <dgm:prSet presAssocID="{C54EE76F-2E90-9B4C-B7A8-ABBD7E1B7286}" presName="text" presStyleLbl="fgAcc0" presStyleIdx="0" presStyleCnt="1">
        <dgm:presLayoutVars>
          <dgm:chPref val="3"/>
        </dgm:presLayoutVars>
      </dgm:prSet>
      <dgm:spPr/>
    </dgm:pt>
    <dgm:pt modelId="{4C89E3CC-639B-D34B-864C-626ABECE77E2}" type="pres">
      <dgm:prSet presAssocID="{C54EE76F-2E90-9B4C-B7A8-ABBD7E1B7286}" presName="hierChild2" presStyleCnt="0"/>
      <dgm:spPr/>
    </dgm:pt>
    <dgm:pt modelId="{35103870-F61F-FF44-A413-DF1BEE9EBFFA}" type="pres">
      <dgm:prSet presAssocID="{DC8241FD-33B8-004B-996B-C919B73EEDE7}" presName="Name10" presStyleLbl="parChTrans1D2" presStyleIdx="0" presStyleCnt="2"/>
      <dgm:spPr/>
    </dgm:pt>
    <dgm:pt modelId="{739556B1-550E-2C44-AFD2-FCECE193416A}" type="pres">
      <dgm:prSet presAssocID="{50B9EC25-9FBE-4741-A94E-0CBD3E028BD8}" presName="hierRoot2" presStyleCnt="0"/>
      <dgm:spPr/>
    </dgm:pt>
    <dgm:pt modelId="{6982ADA9-D8FC-DB41-B5AB-E9540CB8A455}" type="pres">
      <dgm:prSet presAssocID="{50B9EC25-9FBE-4741-A94E-0CBD3E028BD8}" presName="composite2" presStyleCnt="0"/>
      <dgm:spPr/>
    </dgm:pt>
    <dgm:pt modelId="{A450B8B8-53A1-E64B-B838-501B84754EDF}" type="pres">
      <dgm:prSet presAssocID="{50B9EC25-9FBE-4741-A94E-0CBD3E028BD8}" presName="background2" presStyleLbl="asst1" presStyleIdx="0" presStyleCnt="5"/>
      <dgm:spPr>
        <a:noFill/>
        <a:ln>
          <a:noFill/>
        </a:ln>
      </dgm:spPr>
    </dgm:pt>
    <dgm:pt modelId="{428100ED-3CE1-8641-A2DB-B3B8AD330E75}" type="pres">
      <dgm:prSet presAssocID="{50B9EC25-9FBE-4741-A94E-0CBD3E028BD8}" presName="text2" presStyleLbl="fgAcc2" presStyleIdx="0" presStyleCnt="2">
        <dgm:presLayoutVars>
          <dgm:chPref val="3"/>
        </dgm:presLayoutVars>
      </dgm:prSet>
      <dgm:spPr/>
    </dgm:pt>
    <dgm:pt modelId="{85141233-F5C3-5C4F-A3DE-1A8AB862BE31}" type="pres">
      <dgm:prSet presAssocID="{50B9EC25-9FBE-4741-A94E-0CBD3E028BD8}" presName="hierChild3" presStyleCnt="0"/>
      <dgm:spPr/>
    </dgm:pt>
    <dgm:pt modelId="{E3E6B3F5-6566-6544-8A1E-D1F3C97E9C3B}" type="pres">
      <dgm:prSet presAssocID="{E8CE0E58-3E3B-E04E-91DF-0BD164E7A2F8}" presName="Name17" presStyleLbl="parChTrans1D3" presStyleIdx="0" presStyleCnt="6"/>
      <dgm:spPr/>
    </dgm:pt>
    <dgm:pt modelId="{F1960413-796C-AB4E-B793-567A5FB65430}" type="pres">
      <dgm:prSet presAssocID="{76A4FC42-A013-D446-B679-B7CAAE5BCF0C}" presName="hierRoot3" presStyleCnt="0"/>
      <dgm:spPr/>
    </dgm:pt>
    <dgm:pt modelId="{0D6DAE0E-D80D-484F-A723-51375DD097C9}" type="pres">
      <dgm:prSet presAssocID="{76A4FC42-A013-D446-B679-B7CAAE5BCF0C}" presName="composite3" presStyleCnt="0"/>
      <dgm:spPr/>
    </dgm:pt>
    <dgm:pt modelId="{618CCA8E-7D8F-204D-925F-111CA1B55698}" type="pres">
      <dgm:prSet presAssocID="{76A4FC42-A013-D446-B679-B7CAAE5BCF0C}" presName="background3" presStyleLbl="asst1" presStyleIdx="1" presStyleCnt="5"/>
      <dgm:spPr>
        <a:noFill/>
        <a:ln>
          <a:noFill/>
        </a:ln>
      </dgm:spPr>
    </dgm:pt>
    <dgm:pt modelId="{55038FBA-0520-9E4B-8D0B-F7959A731D1C}" type="pres">
      <dgm:prSet presAssocID="{76A4FC42-A013-D446-B679-B7CAAE5BCF0C}" presName="text3" presStyleLbl="fgAcc3" presStyleIdx="0" presStyleCnt="6">
        <dgm:presLayoutVars>
          <dgm:chPref val="3"/>
        </dgm:presLayoutVars>
      </dgm:prSet>
      <dgm:spPr/>
    </dgm:pt>
    <dgm:pt modelId="{4F993443-E7B1-D447-8BB5-DDDEBC714956}" type="pres">
      <dgm:prSet presAssocID="{76A4FC42-A013-D446-B679-B7CAAE5BCF0C}" presName="hierChild4" presStyleCnt="0"/>
      <dgm:spPr/>
    </dgm:pt>
    <dgm:pt modelId="{A98E7D7B-7ECB-A04A-A428-71511CBE7950}" type="pres">
      <dgm:prSet presAssocID="{F7C53ED1-15CB-CF42-A82C-9E0F47D139A8}" presName="Name17" presStyleLbl="parChTrans1D3" presStyleIdx="1" presStyleCnt="6"/>
      <dgm:spPr/>
    </dgm:pt>
    <dgm:pt modelId="{E3A86F0F-FF54-3946-A487-77B83395B12C}" type="pres">
      <dgm:prSet presAssocID="{7129A065-37F1-614E-8A9F-F0DA03CE07F8}" presName="hierRoot3" presStyleCnt="0"/>
      <dgm:spPr/>
    </dgm:pt>
    <dgm:pt modelId="{A50EBC3E-6FDC-5940-8479-15A1B05B2A5A}" type="pres">
      <dgm:prSet presAssocID="{7129A065-37F1-614E-8A9F-F0DA03CE07F8}" presName="composite3" presStyleCnt="0"/>
      <dgm:spPr/>
    </dgm:pt>
    <dgm:pt modelId="{0ED65E7C-3C6F-AF4A-809E-E3D76C040049}" type="pres">
      <dgm:prSet presAssocID="{7129A065-37F1-614E-8A9F-F0DA03CE07F8}" presName="background3" presStyleLbl="asst1" presStyleIdx="2" presStyleCnt="5"/>
      <dgm:spPr>
        <a:noFill/>
        <a:ln>
          <a:noFill/>
        </a:ln>
      </dgm:spPr>
    </dgm:pt>
    <dgm:pt modelId="{E8857309-FB37-CF43-AA52-EA54C1C89595}" type="pres">
      <dgm:prSet presAssocID="{7129A065-37F1-614E-8A9F-F0DA03CE07F8}" presName="text3" presStyleLbl="fgAcc3" presStyleIdx="1" presStyleCnt="6">
        <dgm:presLayoutVars>
          <dgm:chPref val="3"/>
        </dgm:presLayoutVars>
      </dgm:prSet>
      <dgm:spPr/>
    </dgm:pt>
    <dgm:pt modelId="{B094EDC5-2A66-7E49-8724-D76E1A80E667}" type="pres">
      <dgm:prSet presAssocID="{7129A065-37F1-614E-8A9F-F0DA03CE07F8}" presName="hierChild4" presStyleCnt="0"/>
      <dgm:spPr/>
    </dgm:pt>
    <dgm:pt modelId="{67AEBB3E-DF8E-1446-A426-1DC8B893ABCA}" type="pres">
      <dgm:prSet presAssocID="{A8409846-20B8-9949-B6F9-2F2905ADB03A}" presName="Name23" presStyleLbl="parChTrans1D4" presStyleIdx="0" presStyleCnt="5"/>
      <dgm:spPr/>
    </dgm:pt>
    <dgm:pt modelId="{A9C0EEA0-8C75-0F47-9EEA-6A916EBCA7AB}" type="pres">
      <dgm:prSet presAssocID="{85448AE5-83BA-A149-B0C6-F94F4B9EF063}" presName="hierRoot4" presStyleCnt="0"/>
      <dgm:spPr/>
    </dgm:pt>
    <dgm:pt modelId="{6D15EEBE-D996-2A47-8A0B-EFC0FE3226DC}" type="pres">
      <dgm:prSet presAssocID="{85448AE5-83BA-A149-B0C6-F94F4B9EF063}" presName="composite4" presStyleCnt="0"/>
      <dgm:spPr/>
    </dgm:pt>
    <dgm:pt modelId="{D2F3E953-21E5-774F-9760-7D8D08BC102F}" type="pres">
      <dgm:prSet presAssocID="{85448AE5-83BA-A149-B0C6-F94F4B9EF063}" presName="background4" presStyleLbl="node4" presStyleIdx="0" presStyleCnt="5"/>
      <dgm:spPr>
        <a:noFill/>
        <a:ln>
          <a:noFill/>
        </a:ln>
      </dgm:spPr>
    </dgm:pt>
    <dgm:pt modelId="{EA838A25-E49F-4E4A-A223-BD34334AB232}" type="pres">
      <dgm:prSet presAssocID="{85448AE5-83BA-A149-B0C6-F94F4B9EF063}" presName="text4" presStyleLbl="fgAcc4" presStyleIdx="0" presStyleCnt="5" custScaleY="250893">
        <dgm:presLayoutVars>
          <dgm:chPref val="3"/>
        </dgm:presLayoutVars>
      </dgm:prSet>
      <dgm:spPr/>
    </dgm:pt>
    <dgm:pt modelId="{4CA5CA9B-996D-0240-B8F5-089B957CF929}" type="pres">
      <dgm:prSet presAssocID="{85448AE5-83BA-A149-B0C6-F94F4B9EF063}" presName="hierChild5" presStyleCnt="0"/>
      <dgm:spPr/>
    </dgm:pt>
    <dgm:pt modelId="{0DFEED71-6775-5448-AB89-52176D24A1EF}" type="pres">
      <dgm:prSet presAssocID="{0AA95C1B-2B7A-6345-B69F-51E6105926CE}" presName="Name23" presStyleLbl="parChTrans1D4" presStyleIdx="1" presStyleCnt="5"/>
      <dgm:spPr/>
    </dgm:pt>
    <dgm:pt modelId="{18299BCD-0425-FF40-89CF-3D53D5A194DA}" type="pres">
      <dgm:prSet presAssocID="{9568A2CD-EFB8-D84D-BADA-2165E037411B}" presName="hierRoot4" presStyleCnt="0"/>
      <dgm:spPr/>
    </dgm:pt>
    <dgm:pt modelId="{88AB0395-58A0-574E-8536-922B3D6E8AE8}" type="pres">
      <dgm:prSet presAssocID="{9568A2CD-EFB8-D84D-BADA-2165E037411B}" presName="composite4" presStyleCnt="0"/>
      <dgm:spPr/>
    </dgm:pt>
    <dgm:pt modelId="{22225D92-6688-5B47-B3F1-180A4C5644B8}" type="pres">
      <dgm:prSet presAssocID="{9568A2CD-EFB8-D84D-BADA-2165E037411B}" presName="background4" presStyleLbl="node4" presStyleIdx="1" presStyleCnt="5"/>
      <dgm:spPr>
        <a:noFill/>
        <a:ln>
          <a:noFill/>
        </a:ln>
      </dgm:spPr>
    </dgm:pt>
    <dgm:pt modelId="{CDFCE63B-8AC8-D649-89D7-7467B505CC6C}" type="pres">
      <dgm:prSet presAssocID="{9568A2CD-EFB8-D84D-BADA-2165E037411B}" presName="text4" presStyleLbl="fgAcc4" presStyleIdx="1" presStyleCnt="5" custScaleY="126329">
        <dgm:presLayoutVars>
          <dgm:chPref val="3"/>
        </dgm:presLayoutVars>
      </dgm:prSet>
      <dgm:spPr/>
    </dgm:pt>
    <dgm:pt modelId="{5C75F992-39DB-4046-8B8F-DA47450F7B42}" type="pres">
      <dgm:prSet presAssocID="{9568A2CD-EFB8-D84D-BADA-2165E037411B}" presName="hierChild5" presStyleCnt="0"/>
      <dgm:spPr/>
    </dgm:pt>
    <dgm:pt modelId="{3E1D1DF4-3D78-8440-A055-041938DEB5B0}" type="pres">
      <dgm:prSet presAssocID="{E1AA083A-BBE8-B44E-BAD0-0A01730A3D96}" presName="Name17" presStyleLbl="parChTrans1D3" presStyleIdx="2" presStyleCnt="6"/>
      <dgm:spPr/>
    </dgm:pt>
    <dgm:pt modelId="{3F6B6D51-E4AA-5846-8830-F2504FE023DF}" type="pres">
      <dgm:prSet presAssocID="{4DFAE8A3-8A3F-B34C-A8D2-9BD1D3B31F23}" presName="hierRoot3" presStyleCnt="0"/>
      <dgm:spPr/>
    </dgm:pt>
    <dgm:pt modelId="{618E7708-5D6D-3447-9108-B76D0E4FB177}" type="pres">
      <dgm:prSet presAssocID="{4DFAE8A3-8A3F-B34C-A8D2-9BD1D3B31F23}" presName="composite3" presStyleCnt="0"/>
      <dgm:spPr/>
    </dgm:pt>
    <dgm:pt modelId="{744AD342-9012-B04A-915B-61D180C18E6D}" type="pres">
      <dgm:prSet presAssocID="{4DFAE8A3-8A3F-B34C-A8D2-9BD1D3B31F23}" presName="background3" presStyleLbl="asst1" presStyleIdx="3" presStyleCnt="5"/>
      <dgm:spPr>
        <a:noFill/>
        <a:ln>
          <a:noFill/>
        </a:ln>
      </dgm:spPr>
    </dgm:pt>
    <dgm:pt modelId="{CA304F50-97AA-A549-8472-314473FB9653}" type="pres">
      <dgm:prSet presAssocID="{4DFAE8A3-8A3F-B34C-A8D2-9BD1D3B31F23}" presName="text3" presStyleLbl="fgAcc3" presStyleIdx="2" presStyleCnt="6">
        <dgm:presLayoutVars>
          <dgm:chPref val="3"/>
        </dgm:presLayoutVars>
      </dgm:prSet>
      <dgm:spPr/>
    </dgm:pt>
    <dgm:pt modelId="{2A318C65-87B8-0849-AA44-0249655AD102}" type="pres">
      <dgm:prSet presAssocID="{4DFAE8A3-8A3F-B34C-A8D2-9BD1D3B31F23}" presName="hierChild4" presStyleCnt="0"/>
      <dgm:spPr/>
    </dgm:pt>
    <dgm:pt modelId="{7B7A5101-B97D-C146-944C-7A193153479D}" type="pres">
      <dgm:prSet presAssocID="{207716B1-E837-5F46-A398-E102C9B6E842}" presName="Name23" presStyleLbl="parChTrans1D4" presStyleIdx="2" presStyleCnt="5"/>
      <dgm:spPr/>
    </dgm:pt>
    <dgm:pt modelId="{471B3A75-3212-D54C-93F3-1CCB61DB5D36}" type="pres">
      <dgm:prSet presAssocID="{705A9A45-CC61-3D47-8274-7B0C9661CD31}" presName="hierRoot4" presStyleCnt="0"/>
      <dgm:spPr/>
    </dgm:pt>
    <dgm:pt modelId="{ED47778F-2A3B-174B-845E-3577ECFA6DEE}" type="pres">
      <dgm:prSet presAssocID="{705A9A45-CC61-3D47-8274-7B0C9661CD31}" presName="composite4" presStyleCnt="0"/>
      <dgm:spPr/>
    </dgm:pt>
    <dgm:pt modelId="{4940BBEE-70FE-3B42-92FF-B7E528482047}" type="pres">
      <dgm:prSet presAssocID="{705A9A45-CC61-3D47-8274-7B0C9661CD31}" presName="background4" presStyleLbl="node4" presStyleIdx="2" presStyleCnt="5"/>
      <dgm:spPr>
        <a:noFill/>
        <a:ln>
          <a:noFill/>
        </a:ln>
      </dgm:spPr>
    </dgm:pt>
    <dgm:pt modelId="{0B2A2983-96C7-2D4A-9E2E-0C0C429758EB}" type="pres">
      <dgm:prSet presAssocID="{705A9A45-CC61-3D47-8274-7B0C9661CD31}" presName="text4" presStyleLbl="fgAcc4" presStyleIdx="2" presStyleCnt="5" custScaleY="162721">
        <dgm:presLayoutVars>
          <dgm:chPref val="3"/>
        </dgm:presLayoutVars>
      </dgm:prSet>
      <dgm:spPr/>
    </dgm:pt>
    <dgm:pt modelId="{25CA6C18-0209-8D4A-A9D8-0620C41D9559}" type="pres">
      <dgm:prSet presAssocID="{705A9A45-CC61-3D47-8274-7B0C9661CD31}" presName="hierChild5" presStyleCnt="0"/>
      <dgm:spPr/>
    </dgm:pt>
    <dgm:pt modelId="{970539BA-FDE0-A141-8081-0B7921DB7C5B}" type="pres">
      <dgm:prSet presAssocID="{B316231E-0430-864E-A500-EEDDDAB58A5E}" presName="Name17" presStyleLbl="parChTrans1D3" presStyleIdx="3" presStyleCnt="6"/>
      <dgm:spPr/>
    </dgm:pt>
    <dgm:pt modelId="{D3147AF4-3810-D24E-8457-D8653019845E}" type="pres">
      <dgm:prSet presAssocID="{B377F642-8F58-0A49-A378-1D04205DBBF1}" presName="hierRoot3" presStyleCnt="0"/>
      <dgm:spPr/>
    </dgm:pt>
    <dgm:pt modelId="{230C0907-3A8C-BB4B-8507-EE947EE88C82}" type="pres">
      <dgm:prSet presAssocID="{B377F642-8F58-0A49-A378-1D04205DBBF1}" presName="composite3" presStyleCnt="0"/>
      <dgm:spPr/>
    </dgm:pt>
    <dgm:pt modelId="{488AE0F6-3F2B-F648-B1E0-7932E08EB3B3}" type="pres">
      <dgm:prSet presAssocID="{B377F642-8F58-0A49-A378-1D04205DBBF1}" presName="background3" presStyleLbl="node3" presStyleIdx="0" presStyleCnt="3"/>
      <dgm:spPr>
        <a:noFill/>
        <a:ln>
          <a:noFill/>
        </a:ln>
      </dgm:spPr>
    </dgm:pt>
    <dgm:pt modelId="{32DBC347-3CB6-DD4C-BA4E-C644EEF1D19B}" type="pres">
      <dgm:prSet presAssocID="{B377F642-8F58-0A49-A378-1D04205DBBF1}" presName="text3" presStyleLbl="fgAcc3" presStyleIdx="3" presStyleCnt="6">
        <dgm:presLayoutVars>
          <dgm:chPref val="3"/>
        </dgm:presLayoutVars>
      </dgm:prSet>
      <dgm:spPr/>
    </dgm:pt>
    <dgm:pt modelId="{C3700DF8-7D15-4848-B62F-6BDC1D1E69B7}" type="pres">
      <dgm:prSet presAssocID="{B377F642-8F58-0A49-A378-1D04205DBBF1}" presName="hierChild4" presStyleCnt="0"/>
      <dgm:spPr/>
    </dgm:pt>
    <dgm:pt modelId="{2DA345AC-6362-114C-8EA8-C4677950A120}" type="pres">
      <dgm:prSet presAssocID="{246244A3-21F7-2447-B713-D62A46F95341}" presName="Name10" presStyleLbl="parChTrans1D2" presStyleIdx="1" presStyleCnt="2"/>
      <dgm:spPr/>
    </dgm:pt>
    <dgm:pt modelId="{3121C1CA-B638-A847-BFC1-EF5F2A681420}" type="pres">
      <dgm:prSet presAssocID="{4BDBDBC5-57F2-8544-A155-3DFD9B4FBE41}" presName="hierRoot2" presStyleCnt="0"/>
      <dgm:spPr/>
    </dgm:pt>
    <dgm:pt modelId="{55A3FD02-32DA-E846-B0CB-577DA552887B}" type="pres">
      <dgm:prSet presAssocID="{4BDBDBC5-57F2-8544-A155-3DFD9B4FBE41}" presName="composite2" presStyleCnt="0"/>
      <dgm:spPr/>
    </dgm:pt>
    <dgm:pt modelId="{7A421468-CF5E-5E41-8974-394C43CAA245}" type="pres">
      <dgm:prSet presAssocID="{4BDBDBC5-57F2-8544-A155-3DFD9B4FBE41}" presName="background2" presStyleLbl="asst1" presStyleIdx="4" presStyleCnt="5"/>
      <dgm:spPr>
        <a:noFill/>
        <a:ln>
          <a:noFill/>
        </a:ln>
      </dgm:spPr>
    </dgm:pt>
    <dgm:pt modelId="{3DD0E8FD-F41F-6846-B843-BF8DE636602D}" type="pres">
      <dgm:prSet presAssocID="{4BDBDBC5-57F2-8544-A155-3DFD9B4FBE41}" presName="text2" presStyleLbl="fgAcc2" presStyleIdx="1" presStyleCnt="2">
        <dgm:presLayoutVars>
          <dgm:chPref val="3"/>
        </dgm:presLayoutVars>
      </dgm:prSet>
      <dgm:spPr/>
    </dgm:pt>
    <dgm:pt modelId="{9B6C7AB9-7F01-3640-9FF3-9ADF43C8D416}" type="pres">
      <dgm:prSet presAssocID="{4BDBDBC5-57F2-8544-A155-3DFD9B4FBE41}" presName="hierChild3" presStyleCnt="0"/>
      <dgm:spPr/>
    </dgm:pt>
    <dgm:pt modelId="{25FA8FEE-7520-8F40-8CE7-4AEFCA7CC48A}" type="pres">
      <dgm:prSet presAssocID="{C739946D-0742-3B44-A304-6E3D2B2C6922}" presName="Name17" presStyleLbl="parChTrans1D3" presStyleIdx="4" presStyleCnt="6"/>
      <dgm:spPr/>
    </dgm:pt>
    <dgm:pt modelId="{B4513392-3EF9-FA43-A5E7-A05C2271EDFF}" type="pres">
      <dgm:prSet presAssocID="{1564E0EB-F8A9-F649-9F7B-B9521AD5D181}" presName="hierRoot3" presStyleCnt="0"/>
      <dgm:spPr/>
    </dgm:pt>
    <dgm:pt modelId="{1A94B936-308D-5043-8110-BC8E821D6A3D}" type="pres">
      <dgm:prSet presAssocID="{1564E0EB-F8A9-F649-9F7B-B9521AD5D181}" presName="composite3" presStyleCnt="0"/>
      <dgm:spPr/>
    </dgm:pt>
    <dgm:pt modelId="{8698AE13-FCB2-D442-B4C6-5003037652A8}" type="pres">
      <dgm:prSet presAssocID="{1564E0EB-F8A9-F649-9F7B-B9521AD5D181}" presName="background3" presStyleLbl="node3" presStyleIdx="1" presStyleCnt="3"/>
      <dgm:spPr>
        <a:noFill/>
        <a:ln>
          <a:noFill/>
        </a:ln>
      </dgm:spPr>
    </dgm:pt>
    <dgm:pt modelId="{3E50B0A2-350A-C54E-B164-567676519322}" type="pres">
      <dgm:prSet presAssocID="{1564E0EB-F8A9-F649-9F7B-B9521AD5D181}" presName="text3" presStyleLbl="fgAcc3" presStyleIdx="4" presStyleCnt="6">
        <dgm:presLayoutVars>
          <dgm:chPref val="3"/>
        </dgm:presLayoutVars>
      </dgm:prSet>
      <dgm:spPr/>
    </dgm:pt>
    <dgm:pt modelId="{099FD155-8B82-0F42-A966-D96807032684}" type="pres">
      <dgm:prSet presAssocID="{1564E0EB-F8A9-F649-9F7B-B9521AD5D181}" presName="hierChild4" presStyleCnt="0"/>
      <dgm:spPr/>
    </dgm:pt>
    <dgm:pt modelId="{1C83E1BD-EBB7-B446-8CDE-64A0EEA4D59A}" type="pres">
      <dgm:prSet presAssocID="{5EACCA52-AB45-864B-8BA3-1F47952922F0}" presName="Name23" presStyleLbl="parChTrans1D4" presStyleIdx="3" presStyleCnt="5"/>
      <dgm:spPr/>
    </dgm:pt>
    <dgm:pt modelId="{A6E45B95-2C62-3045-9C42-3A423E83B735}" type="pres">
      <dgm:prSet presAssocID="{C311683A-9EEE-D446-8E6E-81E0FE51B15F}" presName="hierRoot4" presStyleCnt="0"/>
      <dgm:spPr/>
    </dgm:pt>
    <dgm:pt modelId="{4270F735-B0F0-704D-855C-54CBD9F6F3FA}" type="pres">
      <dgm:prSet presAssocID="{C311683A-9EEE-D446-8E6E-81E0FE51B15F}" presName="composite4" presStyleCnt="0"/>
      <dgm:spPr/>
    </dgm:pt>
    <dgm:pt modelId="{1E8F387B-68FD-A74B-B75F-F9CB03AE75D1}" type="pres">
      <dgm:prSet presAssocID="{C311683A-9EEE-D446-8E6E-81E0FE51B15F}" presName="background4" presStyleLbl="node4" presStyleIdx="3" presStyleCnt="5"/>
      <dgm:spPr>
        <a:noFill/>
        <a:ln>
          <a:noFill/>
        </a:ln>
      </dgm:spPr>
    </dgm:pt>
    <dgm:pt modelId="{7C65EC4F-97D0-8E46-9EF9-32DF5FC7B5D3}" type="pres">
      <dgm:prSet presAssocID="{C311683A-9EEE-D446-8E6E-81E0FE51B15F}" presName="text4" presStyleLbl="fgAcc4" presStyleIdx="3" presStyleCnt="5" custScaleY="442398">
        <dgm:presLayoutVars>
          <dgm:chPref val="3"/>
        </dgm:presLayoutVars>
      </dgm:prSet>
      <dgm:spPr/>
    </dgm:pt>
    <dgm:pt modelId="{17317173-03DC-BF4B-9D41-FA1C1A4110D9}" type="pres">
      <dgm:prSet presAssocID="{C311683A-9EEE-D446-8E6E-81E0FE51B15F}" presName="hierChild5" presStyleCnt="0"/>
      <dgm:spPr/>
    </dgm:pt>
    <dgm:pt modelId="{3C145CE5-3ECA-C947-AB9D-17A8384817E1}" type="pres">
      <dgm:prSet presAssocID="{4357E074-18CC-5348-8A84-4CCAF6C3DE28}" presName="Name17" presStyleLbl="parChTrans1D3" presStyleIdx="5" presStyleCnt="6"/>
      <dgm:spPr/>
    </dgm:pt>
    <dgm:pt modelId="{A8DE9F31-C118-924F-899D-45881CFF857F}" type="pres">
      <dgm:prSet presAssocID="{A01D9B9D-9A53-D54B-A6A6-C4F5847DD1C6}" presName="hierRoot3" presStyleCnt="0"/>
      <dgm:spPr/>
    </dgm:pt>
    <dgm:pt modelId="{DC4A7E23-82CA-544E-8FA4-09A3AA8EC0C4}" type="pres">
      <dgm:prSet presAssocID="{A01D9B9D-9A53-D54B-A6A6-C4F5847DD1C6}" presName="composite3" presStyleCnt="0"/>
      <dgm:spPr/>
    </dgm:pt>
    <dgm:pt modelId="{88006004-1051-0048-B32A-F87B61683692}" type="pres">
      <dgm:prSet presAssocID="{A01D9B9D-9A53-D54B-A6A6-C4F5847DD1C6}" presName="background3" presStyleLbl="node3" presStyleIdx="2" presStyleCnt="3"/>
      <dgm:spPr>
        <a:noFill/>
        <a:ln>
          <a:noFill/>
        </a:ln>
      </dgm:spPr>
    </dgm:pt>
    <dgm:pt modelId="{074752C3-5B71-284F-8741-F58E73C6202C}" type="pres">
      <dgm:prSet presAssocID="{A01D9B9D-9A53-D54B-A6A6-C4F5847DD1C6}" presName="text3" presStyleLbl="fgAcc3" presStyleIdx="5" presStyleCnt="6">
        <dgm:presLayoutVars>
          <dgm:chPref val="3"/>
        </dgm:presLayoutVars>
      </dgm:prSet>
      <dgm:spPr/>
    </dgm:pt>
    <dgm:pt modelId="{83B9A8D1-0749-8643-9C05-D02B1676FF39}" type="pres">
      <dgm:prSet presAssocID="{A01D9B9D-9A53-D54B-A6A6-C4F5847DD1C6}" presName="hierChild4" presStyleCnt="0"/>
      <dgm:spPr/>
    </dgm:pt>
    <dgm:pt modelId="{CB403DED-4401-194B-BEA3-9A46A4A8DF95}" type="pres">
      <dgm:prSet presAssocID="{FA84320E-FDA4-F447-B7AC-249764CE6BAC}" presName="Name23" presStyleLbl="parChTrans1D4" presStyleIdx="4" presStyleCnt="5"/>
      <dgm:spPr/>
    </dgm:pt>
    <dgm:pt modelId="{B79D08E7-A5D3-6240-A60E-7375E2AF26BC}" type="pres">
      <dgm:prSet presAssocID="{6A50BA6A-63EE-DF4E-A2F3-FBF2B39FC45B}" presName="hierRoot4" presStyleCnt="0"/>
      <dgm:spPr/>
    </dgm:pt>
    <dgm:pt modelId="{5BCC6F3F-81C9-4941-A750-2F0906B70EE7}" type="pres">
      <dgm:prSet presAssocID="{6A50BA6A-63EE-DF4E-A2F3-FBF2B39FC45B}" presName="composite4" presStyleCnt="0"/>
      <dgm:spPr/>
    </dgm:pt>
    <dgm:pt modelId="{118E69DF-51A2-F04A-9F6A-07D54E3B19C4}" type="pres">
      <dgm:prSet presAssocID="{6A50BA6A-63EE-DF4E-A2F3-FBF2B39FC45B}" presName="background4" presStyleLbl="node4" presStyleIdx="4" presStyleCnt="5"/>
      <dgm:spPr>
        <a:noFill/>
        <a:ln>
          <a:noFill/>
        </a:ln>
      </dgm:spPr>
    </dgm:pt>
    <dgm:pt modelId="{278A7A51-2D0A-624F-A76C-7429783108D9}" type="pres">
      <dgm:prSet presAssocID="{6A50BA6A-63EE-DF4E-A2F3-FBF2B39FC45B}" presName="text4" presStyleLbl="fgAcc4" presStyleIdx="4" presStyleCnt="5" custScaleY="127969">
        <dgm:presLayoutVars>
          <dgm:chPref val="3"/>
        </dgm:presLayoutVars>
      </dgm:prSet>
      <dgm:spPr/>
    </dgm:pt>
    <dgm:pt modelId="{C42959A6-6130-CA4E-9FEA-15259D585D73}" type="pres">
      <dgm:prSet presAssocID="{6A50BA6A-63EE-DF4E-A2F3-FBF2B39FC45B}" presName="hierChild5" presStyleCnt="0"/>
      <dgm:spPr/>
    </dgm:pt>
  </dgm:ptLst>
  <dgm:cxnLst>
    <dgm:cxn modelId="{983D3203-1E8A-064A-99EB-B1383CE31C8F}" type="presOf" srcId="{F7C53ED1-15CB-CF42-A82C-9E0F47D139A8}" destId="{A98E7D7B-7ECB-A04A-A428-71511CBE7950}" srcOrd="0" destOrd="0" presId="urn:microsoft.com/office/officeart/2005/8/layout/hierarchy1"/>
    <dgm:cxn modelId="{4DB20204-AEFD-6B42-8551-E40A8B8FE416}" type="presOf" srcId="{5EACCA52-AB45-864B-8BA3-1F47952922F0}" destId="{1C83E1BD-EBB7-B446-8CDE-64A0EEA4D59A}" srcOrd="0" destOrd="0" presId="urn:microsoft.com/office/officeart/2005/8/layout/hierarchy1"/>
    <dgm:cxn modelId="{EEB67809-93E2-0244-8545-2AF3A10935E1}" srcId="{A01D9B9D-9A53-D54B-A6A6-C4F5847DD1C6}" destId="{6A50BA6A-63EE-DF4E-A2F3-FBF2B39FC45B}" srcOrd="0" destOrd="0" parTransId="{FA84320E-FDA4-F447-B7AC-249764CE6BAC}" sibTransId="{5525FDFA-A34F-F74D-8A0A-D85CABB6739D}"/>
    <dgm:cxn modelId="{54FE2610-8DA4-294D-87C7-F80F724C6693}" type="presOf" srcId="{76A4FC42-A013-D446-B679-B7CAAE5BCF0C}" destId="{55038FBA-0520-9E4B-8D0B-F7959A731D1C}" srcOrd="0" destOrd="0" presId="urn:microsoft.com/office/officeart/2005/8/layout/hierarchy1"/>
    <dgm:cxn modelId="{4C2C9611-632D-CB41-9289-78412B42FE1E}" srcId="{50B9EC25-9FBE-4741-A94E-0CBD3E028BD8}" destId="{B377F642-8F58-0A49-A378-1D04205DBBF1}" srcOrd="3" destOrd="0" parTransId="{B316231E-0430-864E-A500-EEDDDAB58A5E}" sibTransId="{AB673193-3693-CF41-9E41-F7A00CCBB081}"/>
    <dgm:cxn modelId="{B5EC5B13-1B01-4A49-9F44-B9EEBA157493}" type="presOf" srcId="{A8409846-20B8-9949-B6F9-2F2905ADB03A}" destId="{67AEBB3E-DF8E-1446-A426-1DC8B893ABCA}" srcOrd="0" destOrd="0" presId="urn:microsoft.com/office/officeart/2005/8/layout/hierarchy1"/>
    <dgm:cxn modelId="{A6D6AE13-7827-184B-BA88-BE3C59388C96}" type="presOf" srcId="{EB2A8C31-61B4-5B44-BF23-BC0A031AC677}" destId="{5A5BC212-4844-4B49-BB31-E7A43D00118C}" srcOrd="0" destOrd="0" presId="urn:microsoft.com/office/officeart/2005/8/layout/hierarchy1"/>
    <dgm:cxn modelId="{D37BCA19-142C-BF4C-A0B1-BFD6D93A13F6}" srcId="{7129A065-37F1-614E-8A9F-F0DA03CE07F8}" destId="{85448AE5-83BA-A149-B0C6-F94F4B9EF063}" srcOrd="0" destOrd="0" parTransId="{A8409846-20B8-9949-B6F9-2F2905ADB03A}" sibTransId="{0C56B6BB-9780-9645-BB1B-8D6D07152310}"/>
    <dgm:cxn modelId="{D57F281F-E209-6247-B17A-C8A6AC93B768}" type="presOf" srcId="{C54EE76F-2E90-9B4C-B7A8-ABBD7E1B7286}" destId="{E0DA408B-46D1-9141-BAFD-0F1EF40A982B}" srcOrd="0" destOrd="0" presId="urn:microsoft.com/office/officeart/2005/8/layout/hierarchy1"/>
    <dgm:cxn modelId="{37111221-6494-CA40-9918-F6E0A2BC3FF9}" type="presOf" srcId="{B316231E-0430-864E-A500-EEDDDAB58A5E}" destId="{970539BA-FDE0-A141-8081-0B7921DB7C5B}" srcOrd="0" destOrd="0" presId="urn:microsoft.com/office/officeart/2005/8/layout/hierarchy1"/>
    <dgm:cxn modelId="{D85FBE28-F913-EB4A-ABEF-BAF2ACD8DE77}" srcId="{50B9EC25-9FBE-4741-A94E-0CBD3E028BD8}" destId="{7129A065-37F1-614E-8A9F-F0DA03CE07F8}" srcOrd="1" destOrd="0" parTransId="{F7C53ED1-15CB-CF42-A82C-9E0F47D139A8}" sibTransId="{080EEFCB-D92B-1646-8DC2-062924D5336E}"/>
    <dgm:cxn modelId="{435BE62C-872D-0D4C-9452-96F2D167400A}" type="presOf" srcId="{246244A3-21F7-2447-B713-D62A46F95341}" destId="{2DA345AC-6362-114C-8EA8-C4677950A120}" srcOrd="0" destOrd="0" presId="urn:microsoft.com/office/officeart/2005/8/layout/hierarchy1"/>
    <dgm:cxn modelId="{A4262F33-8F69-554C-89E3-423A12109EBD}" type="presOf" srcId="{A01D9B9D-9A53-D54B-A6A6-C4F5847DD1C6}" destId="{074752C3-5B71-284F-8741-F58E73C6202C}" srcOrd="0" destOrd="0" presId="urn:microsoft.com/office/officeart/2005/8/layout/hierarchy1"/>
    <dgm:cxn modelId="{2B06EB33-506B-4C4F-816F-8C4A83CE2D6B}" type="presOf" srcId="{6A50BA6A-63EE-DF4E-A2F3-FBF2B39FC45B}" destId="{278A7A51-2D0A-624F-A76C-7429783108D9}" srcOrd="0" destOrd="0" presId="urn:microsoft.com/office/officeart/2005/8/layout/hierarchy1"/>
    <dgm:cxn modelId="{6B972336-A4EF-1642-9331-4FAC6F62F8C3}" type="presOf" srcId="{B377F642-8F58-0A49-A378-1D04205DBBF1}" destId="{32DBC347-3CB6-DD4C-BA4E-C644EEF1D19B}" srcOrd="0" destOrd="0" presId="urn:microsoft.com/office/officeart/2005/8/layout/hierarchy1"/>
    <dgm:cxn modelId="{5388A537-5958-D440-94DB-58D0274EE91B}" srcId="{4BDBDBC5-57F2-8544-A155-3DFD9B4FBE41}" destId="{A01D9B9D-9A53-D54B-A6A6-C4F5847DD1C6}" srcOrd="1" destOrd="0" parTransId="{4357E074-18CC-5348-8A84-4CCAF6C3DE28}" sibTransId="{D12B9CFB-0FDD-0B41-AF40-7898DFA6FF48}"/>
    <dgm:cxn modelId="{4FA3F33C-1B18-CE46-8909-EE216A5A35D6}" srcId="{50B9EC25-9FBE-4741-A94E-0CBD3E028BD8}" destId="{76A4FC42-A013-D446-B679-B7CAAE5BCF0C}" srcOrd="0" destOrd="0" parTransId="{E8CE0E58-3E3B-E04E-91DF-0BD164E7A2F8}" sibTransId="{F4765385-8F10-0442-A58D-C92E35F345B4}"/>
    <dgm:cxn modelId="{9E11213D-26DB-7743-BB8F-3DBD5F53BB4F}" type="presOf" srcId="{50B9EC25-9FBE-4741-A94E-0CBD3E028BD8}" destId="{428100ED-3CE1-8641-A2DB-B3B8AD330E75}" srcOrd="0" destOrd="0" presId="urn:microsoft.com/office/officeart/2005/8/layout/hierarchy1"/>
    <dgm:cxn modelId="{2CCCAC5B-0C32-9842-949C-996317F191B0}" type="presOf" srcId="{207716B1-E837-5F46-A398-E102C9B6E842}" destId="{7B7A5101-B97D-C146-944C-7A193153479D}" srcOrd="0" destOrd="0" presId="urn:microsoft.com/office/officeart/2005/8/layout/hierarchy1"/>
    <dgm:cxn modelId="{CC57CF61-6323-9343-84E2-7720E4D4125A}" srcId="{C54EE76F-2E90-9B4C-B7A8-ABBD7E1B7286}" destId="{50B9EC25-9FBE-4741-A94E-0CBD3E028BD8}" srcOrd="0" destOrd="0" parTransId="{DC8241FD-33B8-004B-996B-C919B73EEDE7}" sibTransId="{CEAFB52A-3A0D-5A4C-AC57-FB1B29E386BB}"/>
    <dgm:cxn modelId="{BD7F1A66-FDB3-AD44-A020-CDB4623BA4B5}" srcId="{C54EE76F-2E90-9B4C-B7A8-ABBD7E1B7286}" destId="{4BDBDBC5-57F2-8544-A155-3DFD9B4FBE41}" srcOrd="1" destOrd="0" parTransId="{246244A3-21F7-2447-B713-D62A46F95341}" sibTransId="{9DBF4075-3407-414D-96D3-AD373E2B21D4}"/>
    <dgm:cxn modelId="{50B5CB47-2CD4-BA4F-AE64-728A45B04076}" srcId="{EB2A8C31-61B4-5B44-BF23-BC0A031AC677}" destId="{C54EE76F-2E90-9B4C-B7A8-ABBD7E1B7286}" srcOrd="0" destOrd="0" parTransId="{71878DD4-9A28-134C-86CA-3D2334E55457}" sibTransId="{6CB897A9-2159-B244-9EF7-84687F8D0E97}"/>
    <dgm:cxn modelId="{61EFF26E-6CC4-BB48-B0A2-C2181FE7E409}" type="presOf" srcId="{4BDBDBC5-57F2-8544-A155-3DFD9B4FBE41}" destId="{3DD0E8FD-F41F-6846-B843-BF8DE636602D}" srcOrd="0" destOrd="0" presId="urn:microsoft.com/office/officeart/2005/8/layout/hierarchy1"/>
    <dgm:cxn modelId="{0EE61F71-2433-3940-9DE7-DF856ECC5096}" type="presOf" srcId="{4DFAE8A3-8A3F-B34C-A8D2-9BD1D3B31F23}" destId="{CA304F50-97AA-A549-8472-314473FB9653}" srcOrd="0" destOrd="0" presId="urn:microsoft.com/office/officeart/2005/8/layout/hierarchy1"/>
    <dgm:cxn modelId="{B3500854-F768-6747-8A85-6C05A0CCB78F}" srcId="{1564E0EB-F8A9-F649-9F7B-B9521AD5D181}" destId="{C311683A-9EEE-D446-8E6E-81E0FE51B15F}" srcOrd="0" destOrd="0" parTransId="{5EACCA52-AB45-864B-8BA3-1F47952922F0}" sibTransId="{94B06DFB-107F-6349-9BA8-17D7886C5CEE}"/>
    <dgm:cxn modelId="{3D9B927E-81BF-C142-B724-32DFB3BAE170}" type="presOf" srcId="{85448AE5-83BA-A149-B0C6-F94F4B9EF063}" destId="{EA838A25-E49F-4E4A-A223-BD34334AB232}" srcOrd="0" destOrd="0" presId="urn:microsoft.com/office/officeart/2005/8/layout/hierarchy1"/>
    <dgm:cxn modelId="{95F9BE81-8CFB-8646-B070-B1E30169C882}" srcId="{4BDBDBC5-57F2-8544-A155-3DFD9B4FBE41}" destId="{1564E0EB-F8A9-F649-9F7B-B9521AD5D181}" srcOrd="0" destOrd="0" parTransId="{C739946D-0742-3B44-A304-6E3D2B2C6922}" sibTransId="{95B141AF-5C65-6C49-B28D-2AFFB45F5260}"/>
    <dgm:cxn modelId="{2821BA82-6583-9346-B63B-61AF0F4AE57A}" type="presOf" srcId="{E1AA083A-BBE8-B44E-BAD0-0A01730A3D96}" destId="{3E1D1DF4-3D78-8440-A055-041938DEB5B0}" srcOrd="0" destOrd="0" presId="urn:microsoft.com/office/officeart/2005/8/layout/hierarchy1"/>
    <dgm:cxn modelId="{2A17CB92-9B6C-1047-9852-8512FBF57221}" srcId="{4DFAE8A3-8A3F-B34C-A8D2-9BD1D3B31F23}" destId="{705A9A45-CC61-3D47-8274-7B0C9661CD31}" srcOrd="0" destOrd="0" parTransId="{207716B1-E837-5F46-A398-E102C9B6E842}" sibTransId="{81944E4F-6794-0F4E-B0A4-8FF81EF6C677}"/>
    <dgm:cxn modelId="{E907C1A4-792D-3F47-AE23-13C64FC25B8E}" srcId="{50B9EC25-9FBE-4741-A94E-0CBD3E028BD8}" destId="{4DFAE8A3-8A3F-B34C-A8D2-9BD1D3B31F23}" srcOrd="2" destOrd="0" parTransId="{E1AA083A-BBE8-B44E-BAD0-0A01730A3D96}" sibTransId="{7CB6D41D-A41D-4E43-9422-1D6582641410}"/>
    <dgm:cxn modelId="{493D8BA8-27DB-B643-B0F5-EF5FC6C33E9A}" type="presOf" srcId="{9568A2CD-EFB8-D84D-BADA-2165E037411B}" destId="{CDFCE63B-8AC8-D649-89D7-7467B505CC6C}" srcOrd="0" destOrd="0" presId="urn:microsoft.com/office/officeart/2005/8/layout/hierarchy1"/>
    <dgm:cxn modelId="{05192FAD-721C-934A-941C-1A244065FDCA}" type="presOf" srcId="{4357E074-18CC-5348-8A84-4CCAF6C3DE28}" destId="{3C145CE5-3ECA-C947-AB9D-17A8384817E1}" srcOrd="0" destOrd="0" presId="urn:microsoft.com/office/officeart/2005/8/layout/hierarchy1"/>
    <dgm:cxn modelId="{DA6FB6B6-4C2E-9949-878E-19D7D360F21A}" type="presOf" srcId="{FA84320E-FDA4-F447-B7AC-249764CE6BAC}" destId="{CB403DED-4401-194B-BEA3-9A46A4A8DF95}" srcOrd="0" destOrd="0" presId="urn:microsoft.com/office/officeart/2005/8/layout/hierarchy1"/>
    <dgm:cxn modelId="{75E808C1-C91A-4D42-9475-A8A0B97F4413}" type="presOf" srcId="{DC8241FD-33B8-004B-996B-C919B73EEDE7}" destId="{35103870-F61F-FF44-A413-DF1BEE9EBFFA}" srcOrd="0" destOrd="0" presId="urn:microsoft.com/office/officeart/2005/8/layout/hierarchy1"/>
    <dgm:cxn modelId="{85ADF2C3-FC82-E545-8226-64E9F1B26B91}" type="presOf" srcId="{E8CE0E58-3E3B-E04E-91DF-0BD164E7A2F8}" destId="{E3E6B3F5-6566-6544-8A1E-D1F3C97E9C3B}" srcOrd="0" destOrd="0" presId="urn:microsoft.com/office/officeart/2005/8/layout/hierarchy1"/>
    <dgm:cxn modelId="{0F837FC7-8AED-E14F-899F-063099E42193}" type="presOf" srcId="{7129A065-37F1-614E-8A9F-F0DA03CE07F8}" destId="{E8857309-FB37-CF43-AA52-EA54C1C89595}" srcOrd="0" destOrd="0" presId="urn:microsoft.com/office/officeart/2005/8/layout/hierarchy1"/>
    <dgm:cxn modelId="{9027FCCD-0185-F342-B1F8-5726082339CC}" type="presOf" srcId="{0AA95C1B-2B7A-6345-B69F-51E6105926CE}" destId="{0DFEED71-6775-5448-AB89-52176D24A1EF}" srcOrd="0" destOrd="0" presId="urn:microsoft.com/office/officeart/2005/8/layout/hierarchy1"/>
    <dgm:cxn modelId="{4D010ED2-89CE-C248-B14A-24E4A953047C}" srcId="{85448AE5-83BA-A149-B0C6-F94F4B9EF063}" destId="{9568A2CD-EFB8-D84D-BADA-2165E037411B}" srcOrd="0" destOrd="0" parTransId="{0AA95C1B-2B7A-6345-B69F-51E6105926CE}" sibTransId="{C64193F2-AEC4-7849-8006-2F1E8953D935}"/>
    <dgm:cxn modelId="{C49FE9D3-7EC1-804A-941C-EACCB9BCCD5A}" type="presOf" srcId="{C739946D-0742-3B44-A304-6E3D2B2C6922}" destId="{25FA8FEE-7520-8F40-8CE7-4AEFCA7CC48A}" srcOrd="0" destOrd="0" presId="urn:microsoft.com/office/officeart/2005/8/layout/hierarchy1"/>
    <dgm:cxn modelId="{CAA5B8DF-5C69-814F-BB5A-B69B73862FD5}" type="presOf" srcId="{1564E0EB-F8A9-F649-9F7B-B9521AD5D181}" destId="{3E50B0A2-350A-C54E-B164-567676519322}" srcOrd="0" destOrd="0" presId="urn:microsoft.com/office/officeart/2005/8/layout/hierarchy1"/>
    <dgm:cxn modelId="{4E0A97E5-8F17-8F49-A81A-D7E85D33EAA9}" type="presOf" srcId="{C311683A-9EEE-D446-8E6E-81E0FE51B15F}" destId="{7C65EC4F-97D0-8E46-9EF9-32DF5FC7B5D3}" srcOrd="0" destOrd="0" presId="urn:microsoft.com/office/officeart/2005/8/layout/hierarchy1"/>
    <dgm:cxn modelId="{1D929DF4-16C8-974D-9009-A5CDBFB6FBF4}" type="presOf" srcId="{705A9A45-CC61-3D47-8274-7B0C9661CD31}" destId="{0B2A2983-96C7-2D4A-9E2E-0C0C429758EB}" srcOrd="0" destOrd="0" presId="urn:microsoft.com/office/officeart/2005/8/layout/hierarchy1"/>
    <dgm:cxn modelId="{253D4CF0-E310-1440-84DC-5BC71A7BBA7D}" type="presParOf" srcId="{5A5BC212-4844-4B49-BB31-E7A43D00118C}" destId="{76C085B9-3698-0449-BFA2-44E984E0B6CF}" srcOrd="0" destOrd="0" presId="urn:microsoft.com/office/officeart/2005/8/layout/hierarchy1"/>
    <dgm:cxn modelId="{1A9E0D88-1B73-EE46-B2D4-37E4B3BCC2A8}" type="presParOf" srcId="{76C085B9-3698-0449-BFA2-44E984E0B6CF}" destId="{FEEE582B-18E1-4244-9AA9-F5571D491EC9}" srcOrd="0" destOrd="0" presId="urn:microsoft.com/office/officeart/2005/8/layout/hierarchy1"/>
    <dgm:cxn modelId="{6821D7EE-C59C-6E48-B5FA-1A6F0CC1926B}" type="presParOf" srcId="{FEEE582B-18E1-4244-9AA9-F5571D491EC9}" destId="{568096FA-4DD0-2D48-809A-C4D8F39A89E1}" srcOrd="0" destOrd="0" presId="urn:microsoft.com/office/officeart/2005/8/layout/hierarchy1"/>
    <dgm:cxn modelId="{DBC9869C-BF43-0045-B643-A659FD360977}" type="presParOf" srcId="{FEEE582B-18E1-4244-9AA9-F5571D491EC9}" destId="{E0DA408B-46D1-9141-BAFD-0F1EF40A982B}" srcOrd="1" destOrd="0" presId="urn:microsoft.com/office/officeart/2005/8/layout/hierarchy1"/>
    <dgm:cxn modelId="{0B1BE236-B9A4-9A47-8524-4A9B2DE2CDED}" type="presParOf" srcId="{76C085B9-3698-0449-BFA2-44E984E0B6CF}" destId="{4C89E3CC-639B-D34B-864C-626ABECE77E2}" srcOrd="1" destOrd="0" presId="urn:microsoft.com/office/officeart/2005/8/layout/hierarchy1"/>
    <dgm:cxn modelId="{A1480CE6-E83C-AC4E-A0A7-CAFDB7595F74}" type="presParOf" srcId="{4C89E3CC-639B-D34B-864C-626ABECE77E2}" destId="{35103870-F61F-FF44-A413-DF1BEE9EBFFA}" srcOrd="0" destOrd="0" presId="urn:microsoft.com/office/officeart/2005/8/layout/hierarchy1"/>
    <dgm:cxn modelId="{0F793EBD-39AB-D44B-A16D-C8EE5A7CD788}" type="presParOf" srcId="{4C89E3CC-639B-D34B-864C-626ABECE77E2}" destId="{739556B1-550E-2C44-AFD2-FCECE193416A}" srcOrd="1" destOrd="0" presId="urn:microsoft.com/office/officeart/2005/8/layout/hierarchy1"/>
    <dgm:cxn modelId="{BB197EAB-4415-154A-813B-5FEFADE55621}" type="presParOf" srcId="{739556B1-550E-2C44-AFD2-FCECE193416A}" destId="{6982ADA9-D8FC-DB41-B5AB-E9540CB8A455}" srcOrd="0" destOrd="0" presId="urn:microsoft.com/office/officeart/2005/8/layout/hierarchy1"/>
    <dgm:cxn modelId="{E223F5B6-AF95-DE4D-A97F-1FA558B6E115}" type="presParOf" srcId="{6982ADA9-D8FC-DB41-B5AB-E9540CB8A455}" destId="{A450B8B8-53A1-E64B-B838-501B84754EDF}" srcOrd="0" destOrd="0" presId="urn:microsoft.com/office/officeart/2005/8/layout/hierarchy1"/>
    <dgm:cxn modelId="{1FD26557-1DB2-F44C-AB94-EBFCC8C75D73}" type="presParOf" srcId="{6982ADA9-D8FC-DB41-B5AB-E9540CB8A455}" destId="{428100ED-3CE1-8641-A2DB-B3B8AD330E75}" srcOrd="1" destOrd="0" presId="urn:microsoft.com/office/officeart/2005/8/layout/hierarchy1"/>
    <dgm:cxn modelId="{56EF0C9D-07DB-9E44-906A-06F13F95C21A}" type="presParOf" srcId="{739556B1-550E-2C44-AFD2-FCECE193416A}" destId="{85141233-F5C3-5C4F-A3DE-1A8AB862BE31}" srcOrd="1" destOrd="0" presId="urn:microsoft.com/office/officeart/2005/8/layout/hierarchy1"/>
    <dgm:cxn modelId="{8BCECE35-4146-8147-B57F-49517D21F85C}" type="presParOf" srcId="{85141233-F5C3-5C4F-A3DE-1A8AB862BE31}" destId="{E3E6B3F5-6566-6544-8A1E-D1F3C97E9C3B}" srcOrd="0" destOrd="0" presId="urn:microsoft.com/office/officeart/2005/8/layout/hierarchy1"/>
    <dgm:cxn modelId="{C80BA087-8442-F74C-B8D7-54B9E6964F5A}" type="presParOf" srcId="{85141233-F5C3-5C4F-A3DE-1A8AB862BE31}" destId="{F1960413-796C-AB4E-B793-567A5FB65430}" srcOrd="1" destOrd="0" presId="urn:microsoft.com/office/officeart/2005/8/layout/hierarchy1"/>
    <dgm:cxn modelId="{6BD0721A-6363-B84B-9585-CEB6F132363F}" type="presParOf" srcId="{F1960413-796C-AB4E-B793-567A5FB65430}" destId="{0D6DAE0E-D80D-484F-A723-51375DD097C9}" srcOrd="0" destOrd="0" presId="urn:microsoft.com/office/officeart/2005/8/layout/hierarchy1"/>
    <dgm:cxn modelId="{4E6E8FEF-CBB8-AB49-8CBF-63E1FF31B700}" type="presParOf" srcId="{0D6DAE0E-D80D-484F-A723-51375DD097C9}" destId="{618CCA8E-7D8F-204D-925F-111CA1B55698}" srcOrd="0" destOrd="0" presId="urn:microsoft.com/office/officeart/2005/8/layout/hierarchy1"/>
    <dgm:cxn modelId="{0D1EE6DB-54FE-2848-9613-332D9B31C40F}" type="presParOf" srcId="{0D6DAE0E-D80D-484F-A723-51375DD097C9}" destId="{55038FBA-0520-9E4B-8D0B-F7959A731D1C}" srcOrd="1" destOrd="0" presId="urn:microsoft.com/office/officeart/2005/8/layout/hierarchy1"/>
    <dgm:cxn modelId="{8CED96DD-ADAE-C94B-A638-837FE7D0131C}" type="presParOf" srcId="{F1960413-796C-AB4E-B793-567A5FB65430}" destId="{4F993443-E7B1-D447-8BB5-DDDEBC714956}" srcOrd="1" destOrd="0" presId="urn:microsoft.com/office/officeart/2005/8/layout/hierarchy1"/>
    <dgm:cxn modelId="{746B2AAF-1513-F743-AB3F-9063CECB0C77}" type="presParOf" srcId="{85141233-F5C3-5C4F-A3DE-1A8AB862BE31}" destId="{A98E7D7B-7ECB-A04A-A428-71511CBE7950}" srcOrd="2" destOrd="0" presId="urn:microsoft.com/office/officeart/2005/8/layout/hierarchy1"/>
    <dgm:cxn modelId="{C6B63663-3D5A-F44E-AF2D-3987E1A512E4}" type="presParOf" srcId="{85141233-F5C3-5C4F-A3DE-1A8AB862BE31}" destId="{E3A86F0F-FF54-3946-A487-77B83395B12C}" srcOrd="3" destOrd="0" presId="urn:microsoft.com/office/officeart/2005/8/layout/hierarchy1"/>
    <dgm:cxn modelId="{B2A057AD-E926-E049-B8B4-191C81CE80E7}" type="presParOf" srcId="{E3A86F0F-FF54-3946-A487-77B83395B12C}" destId="{A50EBC3E-6FDC-5940-8479-15A1B05B2A5A}" srcOrd="0" destOrd="0" presId="urn:microsoft.com/office/officeart/2005/8/layout/hierarchy1"/>
    <dgm:cxn modelId="{7B3993B2-988F-F94F-A522-62E7325B1D0A}" type="presParOf" srcId="{A50EBC3E-6FDC-5940-8479-15A1B05B2A5A}" destId="{0ED65E7C-3C6F-AF4A-809E-E3D76C040049}" srcOrd="0" destOrd="0" presId="urn:microsoft.com/office/officeart/2005/8/layout/hierarchy1"/>
    <dgm:cxn modelId="{137C80A7-FD4D-F24F-9813-AAAEBE86A191}" type="presParOf" srcId="{A50EBC3E-6FDC-5940-8479-15A1B05B2A5A}" destId="{E8857309-FB37-CF43-AA52-EA54C1C89595}" srcOrd="1" destOrd="0" presId="urn:microsoft.com/office/officeart/2005/8/layout/hierarchy1"/>
    <dgm:cxn modelId="{0B517E30-33A9-4C4A-94BB-78819C38258D}" type="presParOf" srcId="{E3A86F0F-FF54-3946-A487-77B83395B12C}" destId="{B094EDC5-2A66-7E49-8724-D76E1A80E667}" srcOrd="1" destOrd="0" presId="urn:microsoft.com/office/officeart/2005/8/layout/hierarchy1"/>
    <dgm:cxn modelId="{3420579A-537B-6C40-9405-88897AA91AD0}" type="presParOf" srcId="{B094EDC5-2A66-7E49-8724-D76E1A80E667}" destId="{67AEBB3E-DF8E-1446-A426-1DC8B893ABCA}" srcOrd="0" destOrd="0" presId="urn:microsoft.com/office/officeart/2005/8/layout/hierarchy1"/>
    <dgm:cxn modelId="{6CF78671-3E0F-FC45-AD93-5BF113C9E6A7}" type="presParOf" srcId="{B094EDC5-2A66-7E49-8724-D76E1A80E667}" destId="{A9C0EEA0-8C75-0F47-9EEA-6A916EBCA7AB}" srcOrd="1" destOrd="0" presId="urn:microsoft.com/office/officeart/2005/8/layout/hierarchy1"/>
    <dgm:cxn modelId="{B878C861-716B-994E-9C58-88AAEA63A4FC}" type="presParOf" srcId="{A9C0EEA0-8C75-0F47-9EEA-6A916EBCA7AB}" destId="{6D15EEBE-D996-2A47-8A0B-EFC0FE3226DC}" srcOrd="0" destOrd="0" presId="urn:microsoft.com/office/officeart/2005/8/layout/hierarchy1"/>
    <dgm:cxn modelId="{799C8FFF-28C1-CF44-B5C6-2C0540FC558C}" type="presParOf" srcId="{6D15EEBE-D996-2A47-8A0B-EFC0FE3226DC}" destId="{D2F3E953-21E5-774F-9760-7D8D08BC102F}" srcOrd="0" destOrd="0" presId="urn:microsoft.com/office/officeart/2005/8/layout/hierarchy1"/>
    <dgm:cxn modelId="{842B2854-596E-2944-9396-B97D5712B81C}" type="presParOf" srcId="{6D15EEBE-D996-2A47-8A0B-EFC0FE3226DC}" destId="{EA838A25-E49F-4E4A-A223-BD34334AB232}" srcOrd="1" destOrd="0" presId="urn:microsoft.com/office/officeart/2005/8/layout/hierarchy1"/>
    <dgm:cxn modelId="{8576A292-F3E6-4F41-B8A1-BF114C49785A}" type="presParOf" srcId="{A9C0EEA0-8C75-0F47-9EEA-6A916EBCA7AB}" destId="{4CA5CA9B-996D-0240-B8F5-089B957CF929}" srcOrd="1" destOrd="0" presId="urn:microsoft.com/office/officeart/2005/8/layout/hierarchy1"/>
    <dgm:cxn modelId="{8205256F-FE97-AB4E-94E3-B4922B3B5EEA}" type="presParOf" srcId="{4CA5CA9B-996D-0240-B8F5-089B957CF929}" destId="{0DFEED71-6775-5448-AB89-52176D24A1EF}" srcOrd="0" destOrd="0" presId="urn:microsoft.com/office/officeart/2005/8/layout/hierarchy1"/>
    <dgm:cxn modelId="{4D0FA143-5DB1-5C43-BE9F-E4CD6C6918B0}" type="presParOf" srcId="{4CA5CA9B-996D-0240-B8F5-089B957CF929}" destId="{18299BCD-0425-FF40-89CF-3D53D5A194DA}" srcOrd="1" destOrd="0" presId="urn:microsoft.com/office/officeart/2005/8/layout/hierarchy1"/>
    <dgm:cxn modelId="{612057F0-3035-B548-B3CB-EA2BB8DA34CD}" type="presParOf" srcId="{18299BCD-0425-FF40-89CF-3D53D5A194DA}" destId="{88AB0395-58A0-574E-8536-922B3D6E8AE8}" srcOrd="0" destOrd="0" presId="urn:microsoft.com/office/officeart/2005/8/layout/hierarchy1"/>
    <dgm:cxn modelId="{A883F565-8D69-154A-84A9-2E0AC5E3FDDC}" type="presParOf" srcId="{88AB0395-58A0-574E-8536-922B3D6E8AE8}" destId="{22225D92-6688-5B47-B3F1-180A4C5644B8}" srcOrd="0" destOrd="0" presId="urn:microsoft.com/office/officeart/2005/8/layout/hierarchy1"/>
    <dgm:cxn modelId="{8E3A0A63-3985-6E47-9E57-891E682A6D5C}" type="presParOf" srcId="{88AB0395-58A0-574E-8536-922B3D6E8AE8}" destId="{CDFCE63B-8AC8-D649-89D7-7467B505CC6C}" srcOrd="1" destOrd="0" presId="urn:microsoft.com/office/officeart/2005/8/layout/hierarchy1"/>
    <dgm:cxn modelId="{D9F015D7-B444-6B41-B4E1-021292726A22}" type="presParOf" srcId="{18299BCD-0425-FF40-89CF-3D53D5A194DA}" destId="{5C75F992-39DB-4046-8B8F-DA47450F7B42}" srcOrd="1" destOrd="0" presId="urn:microsoft.com/office/officeart/2005/8/layout/hierarchy1"/>
    <dgm:cxn modelId="{003F1D86-8A7F-BA4E-88BA-A6B74186B4AC}" type="presParOf" srcId="{85141233-F5C3-5C4F-A3DE-1A8AB862BE31}" destId="{3E1D1DF4-3D78-8440-A055-041938DEB5B0}" srcOrd="4" destOrd="0" presId="urn:microsoft.com/office/officeart/2005/8/layout/hierarchy1"/>
    <dgm:cxn modelId="{6952AA0D-CD30-FF40-A9A6-CAFBAD96FF01}" type="presParOf" srcId="{85141233-F5C3-5C4F-A3DE-1A8AB862BE31}" destId="{3F6B6D51-E4AA-5846-8830-F2504FE023DF}" srcOrd="5" destOrd="0" presId="urn:microsoft.com/office/officeart/2005/8/layout/hierarchy1"/>
    <dgm:cxn modelId="{A5E241E4-43C9-1C4E-8748-C60192D226EA}" type="presParOf" srcId="{3F6B6D51-E4AA-5846-8830-F2504FE023DF}" destId="{618E7708-5D6D-3447-9108-B76D0E4FB177}" srcOrd="0" destOrd="0" presId="urn:microsoft.com/office/officeart/2005/8/layout/hierarchy1"/>
    <dgm:cxn modelId="{C94EA907-6937-AC46-BAAA-05D76E153E7E}" type="presParOf" srcId="{618E7708-5D6D-3447-9108-B76D0E4FB177}" destId="{744AD342-9012-B04A-915B-61D180C18E6D}" srcOrd="0" destOrd="0" presId="urn:microsoft.com/office/officeart/2005/8/layout/hierarchy1"/>
    <dgm:cxn modelId="{5AB6BB67-B5DF-374C-988E-17215EDD2ED4}" type="presParOf" srcId="{618E7708-5D6D-3447-9108-B76D0E4FB177}" destId="{CA304F50-97AA-A549-8472-314473FB9653}" srcOrd="1" destOrd="0" presId="urn:microsoft.com/office/officeart/2005/8/layout/hierarchy1"/>
    <dgm:cxn modelId="{C929DCB6-3FE8-884B-979C-31666355A73D}" type="presParOf" srcId="{3F6B6D51-E4AA-5846-8830-F2504FE023DF}" destId="{2A318C65-87B8-0849-AA44-0249655AD102}" srcOrd="1" destOrd="0" presId="urn:microsoft.com/office/officeart/2005/8/layout/hierarchy1"/>
    <dgm:cxn modelId="{F43CCAC1-328F-DF4B-A9FB-3A1CC3255998}" type="presParOf" srcId="{2A318C65-87B8-0849-AA44-0249655AD102}" destId="{7B7A5101-B97D-C146-944C-7A193153479D}" srcOrd="0" destOrd="0" presId="urn:microsoft.com/office/officeart/2005/8/layout/hierarchy1"/>
    <dgm:cxn modelId="{5754CD85-F2EC-C948-8053-F134AE0C3EB3}" type="presParOf" srcId="{2A318C65-87B8-0849-AA44-0249655AD102}" destId="{471B3A75-3212-D54C-93F3-1CCB61DB5D36}" srcOrd="1" destOrd="0" presId="urn:microsoft.com/office/officeart/2005/8/layout/hierarchy1"/>
    <dgm:cxn modelId="{7F5785A0-494F-D644-9ACF-CD791C8CEF64}" type="presParOf" srcId="{471B3A75-3212-D54C-93F3-1CCB61DB5D36}" destId="{ED47778F-2A3B-174B-845E-3577ECFA6DEE}" srcOrd="0" destOrd="0" presId="urn:microsoft.com/office/officeart/2005/8/layout/hierarchy1"/>
    <dgm:cxn modelId="{52D6CDB2-F266-A544-87D2-5B09FDCE13F5}" type="presParOf" srcId="{ED47778F-2A3B-174B-845E-3577ECFA6DEE}" destId="{4940BBEE-70FE-3B42-92FF-B7E528482047}" srcOrd="0" destOrd="0" presId="urn:microsoft.com/office/officeart/2005/8/layout/hierarchy1"/>
    <dgm:cxn modelId="{15B5E933-0EC0-B747-AC00-9C979F6E70EB}" type="presParOf" srcId="{ED47778F-2A3B-174B-845E-3577ECFA6DEE}" destId="{0B2A2983-96C7-2D4A-9E2E-0C0C429758EB}" srcOrd="1" destOrd="0" presId="urn:microsoft.com/office/officeart/2005/8/layout/hierarchy1"/>
    <dgm:cxn modelId="{FAFB08DD-0A96-6541-B945-EA2EC5860A91}" type="presParOf" srcId="{471B3A75-3212-D54C-93F3-1CCB61DB5D36}" destId="{25CA6C18-0209-8D4A-A9D8-0620C41D9559}" srcOrd="1" destOrd="0" presId="urn:microsoft.com/office/officeart/2005/8/layout/hierarchy1"/>
    <dgm:cxn modelId="{6521F48B-0EB6-4340-B56B-5C3498BACD43}" type="presParOf" srcId="{85141233-F5C3-5C4F-A3DE-1A8AB862BE31}" destId="{970539BA-FDE0-A141-8081-0B7921DB7C5B}" srcOrd="6" destOrd="0" presId="urn:microsoft.com/office/officeart/2005/8/layout/hierarchy1"/>
    <dgm:cxn modelId="{8D29E70E-0764-C148-8FB9-AF8264752692}" type="presParOf" srcId="{85141233-F5C3-5C4F-A3DE-1A8AB862BE31}" destId="{D3147AF4-3810-D24E-8457-D8653019845E}" srcOrd="7" destOrd="0" presId="urn:microsoft.com/office/officeart/2005/8/layout/hierarchy1"/>
    <dgm:cxn modelId="{017979B0-4CFC-104A-A7EB-0E59D4ACB730}" type="presParOf" srcId="{D3147AF4-3810-D24E-8457-D8653019845E}" destId="{230C0907-3A8C-BB4B-8507-EE947EE88C82}" srcOrd="0" destOrd="0" presId="urn:microsoft.com/office/officeart/2005/8/layout/hierarchy1"/>
    <dgm:cxn modelId="{B6B5E0DC-DB8A-FF41-BA92-2D8F8A918AC9}" type="presParOf" srcId="{230C0907-3A8C-BB4B-8507-EE947EE88C82}" destId="{488AE0F6-3F2B-F648-B1E0-7932E08EB3B3}" srcOrd="0" destOrd="0" presId="urn:microsoft.com/office/officeart/2005/8/layout/hierarchy1"/>
    <dgm:cxn modelId="{08A07FAF-9DBF-B149-9881-BF6611FFDBD4}" type="presParOf" srcId="{230C0907-3A8C-BB4B-8507-EE947EE88C82}" destId="{32DBC347-3CB6-DD4C-BA4E-C644EEF1D19B}" srcOrd="1" destOrd="0" presId="urn:microsoft.com/office/officeart/2005/8/layout/hierarchy1"/>
    <dgm:cxn modelId="{F4074865-F266-EC4B-AA7F-AEEC0A8C2FA8}" type="presParOf" srcId="{D3147AF4-3810-D24E-8457-D8653019845E}" destId="{C3700DF8-7D15-4848-B62F-6BDC1D1E69B7}" srcOrd="1" destOrd="0" presId="urn:microsoft.com/office/officeart/2005/8/layout/hierarchy1"/>
    <dgm:cxn modelId="{6AAB3938-D124-FF45-8EAC-E0945D01B4ED}" type="presParOf" srcId="{4C89E3CC-639B-D34B-864C-626ABECE77E2}" destId="{2DA345AC-6362-114C-8EA8-C4677950A120}" srcOrd="2" destOrd="0" presId="urn:microsoft.com/office/officeart/2005/8/layout/hierarchy1"/>
    <dgm:cxn modelId="{87239AEE-4132-0C47-A4CA-D401D828DB33}" type="presParOf" srcId="{4C89E3CC-639B-D34B-864C-626ABECE77E2}" destId="{3121C1CA-B638-A847-BFC1-EF5F2A681420}" srcOrd="3" destOrd="0" presId="urn:microsoft.com/office/officeart/2005/8/layout/hierarchy1"/>
    <dgm:cxn modelId="{FD543564-A0E8-AD4A-8973-40F14A4A0F2E}" type="presParOf" srcId="{3121C1CA-B638-A847-BFC1-EF5F2A681420}" destId="{55A3FD02-32DA-E846-B0CB-577DA552887B}" srcOrd="0" destOrd="0" presId="urn:microsoft.com/office/officeart/2005/8/layout/hierarchy1"/>
    <dgm:cxn modelId="{9DD4F54F-486A-9C48-BE37-A4A9F457AB35}" type="presParOf" srcId="{55A3FD02-32DA-E846-B0CB-577DA552887B}" destId="{7A421468-CF5E-5E41-8974-394C43CAA245}" srcOrd="0" destOrd="0" presId="urn:microsoft.com/office/officeart/2005/8/layout/hierarchy1"/>
    <dgm:cxn modelId="{FDD70F4D-B547-F74F-A465-F07637A44250}" type="presParOf" srcId="{55A3FD02-32DA-E846-B0CB-577DA552887B}" destId="{3DD0E8FD-F41F-6846-B843-BF8DE636602D}" srcOrd="1" destOrd="0" presId="urn:microsoft.com/office/officeart/2005/8/layout/hierarchy1"/>
    <dgm:cxn modelId="{60787563-D90E-CC4B-BC33-DE5CDC986E3D}" type="presParOf" srcId="{3121C1CA-B638-A847-BFC1-EF5F2A681420}" destId="{9B6C7AB9-7F01-3640-9FF3-9ADF43C8D416}" srcOrd="1" destOrd="0" presId="urn:microsoft.com/office/officeart/2005/8/layout/hierarchy1"/>
    <dgm:cxn modelId="{8220C065-56DD-9A4C-9087-34A82678375B}" type="presParOf" srcId="{9B6C7AB9-7F01-3640-9FF3-9ADF43C8D416}" destId="{25FA8FEE-7520-8F40-8CE7-4AEFCA7CC48A}" srcOrd="0" destOrd="0" presId="urn:microsoft.com/office/officeart/2005/8/layout/hierarchy1"/>
    <dgm:cxn modelId="{F2308D32-3410-C94A-ADEB-E0F00FD3D708}" type="presParOf" srcId="{9B6C7AB9-7F01-3640-9FF3-9ADF43C8D416}" destId="{B4513392-3EF9-FA43-A5E7-A05C2271EDFF}" srcOrd="1" destOrd="0" presId="urn:microsoft.com/office/officeart/2005/8/layout/hierarchy1"/>
    <dgm:cxn modelId="{1115D47E-B60B-784C-BD2D-2827178D13BE}" type="presParOf" srcId="{B4513392-3EF9-FA43-A5E7-A05C2271EDFF}" destId="{1A94B936-308D-5043-8110-BC8E821D6A3D}" srcOrd="0" destOrd="0" presId="urn:microsoft.com/office/officeart/2005/8/layout/hierarchy1"/>
    <dgm:cxn modelId="{DE05FF78-FF78-7E42-AE4B-95A363F37673}" type="presParOf" srcId="{1A94B936-308D-5043-8110-BC8E821D6A3D}" destId="{8698AE13-FCB2-D442-B4C6-5003037652A8}" srcOrd="0" destOrd="0" presId="urn:microsoft.com/office/officeart/2005/8/layout/hierarchy1"/>
    <dgm:cxn modelId="{5AA4E598-CDFE-DE43-8622-59A5DB0E4CCC}" type="presParOf" srcId="{1A94B936-308D-5043-8110-BC8E821D6A3D}" destId="{3E50B0A2-350A-C54E-B164-567676519322}" srcOrd="1" destOrd="0" presId="urn:microsoft.com/office/officeart/2005/8/layout/hierarchy1"/>
    <dgm:cxn modelId="{8E9E8259-2F6D-0144-A95F-0A3F5FF84235}" type="presParOf" srcId="{B4513392-3EF9-FA43-A5E7-A05C2271EDFF}" destId="{099FD155-8B82-0F42-A966-D96807032684}" srcOrd="1" destOrd="0" presId="urn:microsoft.com/office/officeart/2005/8/layout/hierarchy1"/>
    <dgm:cxn modelId="{F7E67D77-A16C-5A4D-8814-469ACF9ACED3}" type="presParOf" srcId="{099FD155-8B82-0F42-A966-D96807032684}" destId="{1C83E1BD-EBB7-B446-8CDE-64A0EEA4D59A}" srcOrd="0" destOrd="0" presId="urn:microsoft.com/office/officeart/2005/8/layout/hierarchy1"/>
    <dgm:cxn modelId="{AE76DD59-D4E7-EF4F-BDB1-47691369B7E5}" type="presParOf" srcId="{099FD155-8B82-0F42-A966-D96807032684}" destId="{A6E45B95-2C62-3045-9C42-3A423E83B735}" srcOrd="1" destOrd="0" presId="urn:microsoft.com/office/officeart/2005/8/layout/hierarchy1"/>
    <dgm:cxn modelId="{7B6AEBC8-63B2-CF47-9FFA-3A13B938704C}" type="presParOf" srcId="{A6E45B95-2C62-3045-9C42-3A423E83B735}" destId="{4270F735-B0F0-704D-855C-54CBD9F6F3FA}" srcOrd="0" destOrd="0" presId="urn:microsoft.com/office/officeart/2005/8/layout/hierarchy1"/>
    <dgm:cxn modelId="{B6022A71-4821-5248-AC2C-3ACBF9F6FEC8}" type="presParOf" srcId="{4270F735-B0F0-704D-855C-54CBD9F6F3FA}" destId="{1E8F387B-68FD-A74B-B75F-F9CB03AE75D1}" srcOrd="0" destOrd="0" presId="urn:microsoft.com/office/officeart/2005/8/layout/hierarchy1"/>
    <dgm:cxn modelId="{C601738F-B940-F543-82BB-408582DC89B8}" type="presParOf" srcId="{4270F735-B0F0-704D-855C-54CBD9F6F3FA}" destId="{7C65EC4F-97D0-8E46-9EF9-32DF5FC7B5D3}" srcOrd="1" destOrd="0" presId="urn:microsoft.com/office/officeart/2005/8/layout/hierarchy1"/>
    <dgm:cxn modelId="{8FA5E570-1561-FF44-B016-8CE0EFE2528F}" type="presParOf" srcId="{A6E45B95-2C62-3045-9C42-3A423E83B735}" destId="{17317173-03DC-BF4B-9D41-FA1C1A4110D9}" srcOrd="1" destOrd="0" presId="urn:microsoft.com/office/officeart/2005/8/layout/hierarchy1"/>
    <dgm:cxn modelId="{145280D0-7221-7E4D-9C1A-9725070C996E}" type="presParOf" srcId="{9B6C7AB9-7F01-3640-9FF3-9ADF43C8D416}" destId="{3C145CE5-3ECA-C947-AB9D-17A8384817E1}" srcOrd="2" destOrd="0" presId="urn:microsoft.com/office/officeart/2005/8/layout/hierarchy1"/>
    <dgm:cxn modelId="{F8751346-C089-5841-920D-F9A4B917C9A9}" type="presParOf" srcId="{9B6C7AB9-7F01-3640-9FF3-9ADF43C8D416}" destId="{A8DE9F31-C118-924F-899D-45881CFF857F}" srcOrd="3" destOrd="0" presId="urn:microsoft.com/office/officeart/2005/8/layout/hierarchy1"/>
    <dgm:cxn modelId="{4021339F-3623-B948-84A3-D86B29CC7FD3}" type="presParOf" srcId="{A8DE9F31-C118-924F-899D-45881CFF857F}" destId="{DC4A7E23-82CA-544E-8FA4-09A3AA8EC0C4}" srcOrd="0" destOrd="0" presId="urn:microsoft.com/office/officeart/2005/8/layout/hierarchy1"/>
    <dgm:cxn modelId="{82D2AB5F-987D-5E43-BD6D-1836C3A6DD24}" type="presParOf" srcId="{DC4A7E23-82CA-544E-8FA4-09A3AA8EC0C4}" destId="{88006004-1051-0048-B32A-F87B61683692}" srcOrd="0" destOrd="0" presId="urn:microsoft.com/office/officeart/2005/8/layout/hierarchy1"/>
    <dgm:cxn modelId="{DFC40984-8693-4140-833E-4AFDFCB02BB9}" type="presParOf" srcId="{DC4A7E23-82CA-544E-8FA4-09A3AA8EC0C4}" destId="{074752C3-5B71-284F-8741-F58E73C6202C}" srcOrd="1" destOrd="0" presId="urn:microsoft.com/office/officeart/2005/8/layout/hierarchy1"/>
    <dgm:cxn modelId="{599E75C2-0A8F-874C-AB26-482D11E1EC3B}" type="presParOf" srcId="{A8DE9F31-C118-924F-899D-45881CFF857F}" destId="{83B9A8D1-0749-8643-9C05-D02B1676FF39}" srcOrd="1" destOrd="0" presId="urn:microsoft.com/office/officeart/2005/8/layout/hierarchy1"/>
    <dgm:cxn modelId="{29784495-9860-2144-94CF-DA87D3DFCFA5}" type="presParOf" srcId="{83B9A8D1-0749-8643-9C05-D02B1676FF39}" destId="{CB403DED-4401-194B-BEA3-9A46A4A8DF95}" srcOrd="0" destOrd="0" presId="urn:microsoft.com/office/officeart/2005/8/layout/hierarchy1"/>
    <dgm:cxn modelId="{EC9E7332-1577-A542-BE5A-BC87F29D3A36}" type="presParOf" srcId="{83B9A8D1-0749-8643-9C05-D02B1676FF39}" destId="{B79D08E7-A5D3-6240-A60E-7375E2AF26BC}" srcOrd="1" destOrd="0" presId="urn:microsoft.com/office/officeart/2005/8/layout/hierarchy1"/>
    <dgm:cxn modelId="{0535D7D4-AD25-C44A-9C34-ACED56A4F8BD}" type="presParOf" srcId="{B79D08E7-A5D3-6240-A60E-7375E2AF26BC}" destId="{5BCC6F3F-81C9-4941-A750-2F0906B70EE7}" srcOrd="0" destOrd="0" presId="urn:microsoft.com/office/officeart/2005/8/layout/hierarchy1"/>
    <dgm:cxn modelId="{B528344D-9B3D-8146-B35D-F2B518F1E6B8}" type="presParOf" srcId="{5BCC6F3F-81C9-4941-A750-2F0906B70EE7}" destId="{118E69DF-51A2-F04A-9F6A-07D54E3B19C4}" srcOrd="0" destOrd="0" presId="urn:microsoft.com/office/officeart/2005/8/layout/hierarchy1"/>
    <dgm:cxn modelId="{57B97B4A-79C6-0B48-B839-C12F8D387182}" type="presParOf" srcId="{5BCC6F3F-81C9-4941-A750-2F0906B70EE7}" destId="{278A7A51-2D0A-624F-A76C-7429783108D9}" srcOrd="1" destOrd="0" presId="urn:microsoft.com/office/officeart/2005/8/layout/hierarchy1"/>
    <dgm:cxn modelId="{62ECE14C-9DC7-0C40-AFB2-1D480FF53581}" type="presParOf" srcId="{B79D08E7-A5D3-6240-A60E-7375E2AF26BC}" destId="{C42959A6-6130-CA4E-9FEA-15259D585D73}" srcOrd="1" destOrd="0" presId="urn:microsoft.com/office/officeart/2005/8/layout/hierarchy1"/>
  </dgm:cxnLst>
  <dgm:bg>
    <a:solidFill>
      <a:schemeClr val="bg1">
        <a:lumMod val="85000"/>
      </a:schemeClr>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403DED-4401-194B-BEA3-9A46A4A8DF95}">
      <dsp:nvSpPr>
        <dsp:cNvPr id="0" name=""/>
        <dsp:cNvSpPr/>
      </dsp:nvSpPr>
      <dsp:spPr>
        <a:xfrm>
          <a:off x="7459846" y="2784819"/>
          <a:ext cx="91440" cy="325504"/>
        </a:xfrm>
        <a:custGeom>
          <a:avLst/>
          <a:gdLst/>
          <a:ahLst/>
          <a:cxnLst/>
          <a:rect l="0" t="0" r="0" b="0"/>
          <a:pathLst>
            <a:path>
              <a:moveTo>
                <a:pt x="45720" y="0"/>
              </a:moveTo>
              <a:lnTo>
                <a:pt x="45720" y="325504"/>
              </a:lnTo>
            </a:path>
          </a:pathLst>
        </a:custGeom>
        <a:noFill/>
        <a:ln w="3810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sp>
    <dsp:sp modelId="{3C145CE5-3ECA-C947-AB9D-17A8384817E1}">
      <dsp:nvSpPr>
        <dsp:cNvPr id="0" name=""/>
        <dsp:cNvSpPr/>
      </dsp:nvSpPr>
      <dsp:spPr>
        <a:xfrm>
          <a:off x="6821603" y="1748615"/>
          <a:ext cx="683962" cy="325504"/>
        </a:xfrm>
        <a:custGeom>
          <a:avLst/>
          <a:gdLst/>
          <a:ahLst/>
          <a:cxnLst/>
          <a:rect l="0" t="0" r="0" b="0"/>
          <a:pathLst>
            <a:path>
              <a:moveTo>
                <a:pt x="0" y="0"/>
              </a:moveTo>
              <a:lnTo>
                <a:pt x="0" y="221821"/>
              </a:lnTo>
              <a:lnTo>
                <a:pt x="683962" y="221821"/>
              </a:lnTo>
              <a:lnTo>
                <a:pt x="683962" y="325504"/>
              </a:lnTo>
            </a:path>
          </a:pathLst>
        </a:custGeom>
        <a:noFill/>
        <a:ln w="3810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sp>
    <dsp:sp modelId="{1C83E1BD-EBB7-B446-8CDE-64A0EEA4D59A}">
      <dsp:nvSpPr>
        <dsp:cNvPr id="0" name=""/>
        <dsp:cNvSpPr/>
      </dsp:nvSpPr>
      <dsp:spPr>
        <a:xfrm>
          <a:off x="6091920" y="2784819"/>
          <a:ext cx="91440" cy="325504"/>
        </a:xfrm>
        <a:custGeom>
          <a:avLst/>
          <a:gdLst/>
          <a:ahLst/>
          <a:cxnLst/>
          <a:rect l="0" t="0" r="0" b="0"/>
          <a:pathLst>
            <a:path>
              <a:moveTo>
                <a:pt x="45720" y="0"/>
              </a:moveTo>
              <a:lnTo>
                <a:pt x="45720" y="325504"/>
              </a:lnTo>
            </a:path>
          </a:pathLst>
        </a:custGeom>
        <a:noFill/>
        <a:ln w="3810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sp>
    <dsp:sp modelId="{25FA8FEE-7520-8F40-8CE7-4AEFCA7CC48A}">
      <dsp:nvSpPr>
        <dsp:cNvPr id="0" name=""/>
        <dsp:cNvSpPr/>
      </dsp:nvSpPr>
      <dsp:spPr>
        <a:xfrm>
          <a:off x="6137640" y="1748615"/>
          <a:ext cx="683962" cy="325504"/>
        </a:xfrm>
        <a:custGeom>
          <a:avLst/>
          <a:gdLst/>
          <a:ahLst/>
          <a:cxnLst/>
          <a:rect l="0" t="0" r="0" b="0"/>
          <a:pathLst>
            <a:path>
              <a:moveTo>
                <a:pt x="683962" y="0"/>
              </a:moveTo>
              <a:lnTo>
                <a:pt x="683962" y="221821"/>
              </a:lnTo>
              <a:lnTo>
                <a:pt x="0" y="221821"/>
              </a:lnTo>
              <a:lnTo>
                <a:pt x="0" y="325504"/>
              </a:lnTo>
            </a:path>
          </a:pathLst>
        </a:custGeom>
        <a:noFill/>
        <a:ln w="3810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sp>
    <dsp:sp modelId="{2DA345AC-6362-114C-8EA8-C4677950A120}">
      <dsp:nvSpPr>
        <dsp:cNvPr id="0" name=""/>
        <dsp:cNvSpPr/>
      </dsp:nvSpPr>
      <dsp:spPr>
        <a:xfrm>
          <a:off x="4769715" y="712411"/>
          <a:ext cx="2051888" cy="325504"/>
        </a:xfrm>
        <a:custGeom>
          <a:avLst/>
          <a:gdLst/>
          <a:ahLst/>
          <a:cxnLst/>
          <a:rect l="0" t="0" r="0" b="0"/>
          <a:pathLst>
            <a:path>
              <a:moveTo>
                <a:pt x="0" y="0"/>
              </a:moveTo>
              <a:lnTo>
                <a:pt x="0" y="221821"/>
              </a:lnTo>
              <a:lnTo>
                <a:pt x="2051888" y="221821"/>
              </a:lnTo>
              <a:lnTo>
                <a:pt x="2051888" y="325504"/>
              </a:lnTo>
            </a:path>
          </a:pathLst>
        </a:custGeom>
        <a:noFill/>
        <a:ln w="3810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sp>
    <dsp:sp modelId="{970539BA-FDE0-A141-8081-0B7921DB7C5B}">
      <dsp:nvSpPr>
        <dsp:cNvPr id="0" name=""/>
        <dsp:cNvSpPr/>
      </dsp:nvSpPr>
      <dsp:spPr>
        <a:xfrm>
          <a:off x="2717826" y="1748615"/>
          <a:ext cx="2051888" cy="325504"/>
        </a:xfrm>
        <a:custGeom>
          <a:avLst/>
          <a:gdLst/>
          <a:ahLst/>
          <a:cxnLst/>
          <a:rect l="0" t="0" r="0" b="0"/>
          <a:pathLst>
            <a:path>
              <a:moveTo>
                <a:pt x="0" y="0"/>
              </a:moveTo>
              <a:lnTo>
                <a:pt x="0" y="221821"/>
              </a:lnTo>
              <a:lnTo>
                <a:pt x="2051888" y="221821"/>
              </a:lnTo>
              <a:lnTo>
                <a:pt x="2051888" y="325504"/>
              </a:lnTo>
            </a:path>
          </a:pathLst>
        </a:custGeom>
        <a:noFill/>
        <a:ln w="3810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sp>
    <dsp:sp modelId="{7B7A5101-B97D-C146-944C-7A193153479D}">
      <dsp:nvSpPr>
        <dsp:cNvPr id="0" name=""/>
        <dsp:cNvSpPr/>
      </dsp:nvSpPr>
      <dsp:spPr>
        <a:xfrm>
          <a:off x="3356069" y="2784819"/>
          <a:ext cx="91440" cy="325504"/>
        </a:xfrm>
        <a:custGeom>
          <a:avLst/>
          <a:gdLst/>
          <a:ahLst/>
          <a:cxnLst/>
          <a:rect l="0" t="0" r="0" b="0"/>
          <a:pathLst>
            <a:path>
              <a:moveTo>
                <a:pt x="45720" y="0"/>
              </a:moveTo>
              <a:lnTo>
                <a:pt x="45720" y="325504"/>
              </a:lnTo>
            </a:path>
          </a:pathLst>
        </a:custGeom>
        <a:noFill/>
        <a:ln w="3810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sp>
    <dsp:sp modelId="{3E1D1DF4-3D78-8440-A055-041938DEB5B0}">
      <dsp:nvSpPr>
        <dsp:cNvPr id="0" name=""/>
        <dsp:cNvSpPr/>
      </dsp:nvSpPr>
      <dsp:spPr>
        <a:xfrm>
          <a:off x="2717826" y="1748615"/>
          <a:ext cx="683962" cy="325504"/>
        </a:xfrm>
        <a:custGeom>
          <a:avLst/>
          <a:gdLst/>
          <a:ahLst/>
          <a:cxnLst/>
          <a:rect l="0" t="0" r="0" b="0"/>
          <a:pathLst>
            <a:path>
              <a:moveTo>
                <a:pt x="0" y="0"/>
              </a:moveTo>
              <a:lnTo>
                <a:pt x="0" y="221821"/>
              </a:lnTo>
              <a:lnTo>
                <a:pt x="683962" y="221821"/>
              </a:lnTo>
              <a:lnTo>
                <a:pt x="683962" y="325504"/>
              </a:lnTo>
            </a:path>
          </a:pathLst>
        </a:custGeom>
        <a:noFill/>
        <a:ln w="3810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sp>
    <dsp:sp modelId="{0DFEED71-6775-5448-AB89-52176D24A1EF}">
      <dsp:nvSpPr>
        <dsp:cNvPr id="0" name=""/>
        <dsp:cNvSpPr/>
      </dsp:nvSpPr>
      <dsp:spPr>
        <a:xfrm>
          <a:off x="1988143" y="4893419"/>
          <a:ext cx="91440" cy="325504"/>
        </a:xfrm>
        <a:custGeom>
          <a:avLst/>
          <a:gdLst/>
          <a:ahLst/>
          <a:cxnLst/>
          <a:rect l="0" t="0" r="0" b="0"/>
          <a:pathLst>
            <a:path>
              <a:moveTo>
                <a:pt x="45720" y="0"/>
              </a:moveTo>
              <a:lnTo>
                <a:pt x="45720" y="325504"/>
              </a:lnTo>
            </a:path>
          </a:pathLst>
        </a:custGeom>
        <a:noFill/>
        <a:ln w="3810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sp>
    <dsp:sp modelId="{67AEBB3E-DF8E-1446-A426-1DC8B893ABCA}">
      <dsp:nvSpPr>
        <dsp:cNvPr id="0" name=""/>
        <dsp:cNvSpPr/>
      </dsp:nvSpPr>
      <dsp:spPr>
        <a:xfrm>
          <a:off x="1988143" y="2784819"/>
          <a:ext cx="91440" cy="325504"/>
        </a:xfrm>
        <a:custGeom>
          <a:avLst/>
          <a:gdLst/>
          <a:ahLst/>
          <a:cxnLst/>
          <a:rect l="0" t="0" r="0" b="0"/>
          <a:pathLst>
            <a:path>
              <a:moveTo>
                <a:pt x="45720" y="0"/>
              </a:moveTo>
              <a:lnTo>
                <a:pt x="45720" y="325504"/>
              </a:lnTo>
            </a:path>
          </a:pathLst>
        </a:custGeom>
        <a:noFill/>
        <a:ln w="3810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sp>
    <dsp:sp modelId="{A98E7D7B-7ECB-A04A-A428-71511CBE7950}">
      <dsp:nvSpPr>
        <dsp:cNvPr id="0" name=""/>
        <dsp:cNvSpPr/>
      </dsp:nvSpPr>
      <dsp:spPr>
        <a:xfrm>
          <a:off x="2033863" y="1748615"/>
          <a:ext cx="683962" cy="325504"/>
        </a:xfrm>
        <a:custGeom>
          <a:avLst/>
          <a:gdLst/>
          <a:ahLst/>
          <a:cxnLst/>
          <a:rect l="0" t="0" r="0" b="0"/>
          <a:pathLst>
            <a:path>
              <a:moveTo>
                <a:pt x="683962" y="0"/>
              </a:moveTo>
              <a:lnTo>
                <a:pt x="683962" y="221821"/>
              </a:lnTo>
              <a:lnTo>
                <a:pt x="0" y="221821"/>
              </a:lnTo>
              <a:lnTo>
                <a:pt x="0" y="325504"/>
              </a:lnTo>
            </a:path>
          </a:pathLst>
        </a:custGeom>
        <a:noFill/>
        <a:ln w="3810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sp>
    <dsp:sp modelId="{E3E6B3F5-6566-6544-8A1E-D1F3C97E9C3B}">
      <dsp:nvSpPr>
        <dsp:cNvPr id="0" name=""/>
        <dsp:cNvSpPr/>
      </dsp:nvSpPr>
      <dsp:spPr>
        <a:xfrm>
          <a:off x="665937" y="1748615"/>
          <a:ext cx="2051888" cy="325504"/>
        </a:xfrm>
        <a:custGeom>
          <a:avLst/>
          <a:gdLst/>
          <a:ahLst/>
          <a:cxnLst/>
          <a:rect l="0" t="0" r="0" b="0"/>
          <a:pathLst>
            <a:path>
              <a:moveTo>
                <a:pt x="2051888" y="0"/>
              </a:moveTo>
              <a:lnTo>
                <a:pt x="2051888" y="221821"/>
              </a:lnTo>
              <a:lnTo>
                <a:pt x="0" y="221821"/>
              </a:lnTo>
              <a:lnTo>
                <a:pt x="0" y="325504"/>
              </a:lnTo>
            </a:path>
          </a:pathLst>
        </a:custGeom>
        <a:noFill/>
        <a:ln w="3810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sp>
    <dsp:sp modelId="{35103870-F61F-FF44-A413-DF1BEE9EBFFA}">
      <dsp:nvSpPr>
        <dsp:cNvPr id="0" name=""/>
        <dsp:cNvSpPr/>
      </dsp:nvSpPr>
      <dsp:spPr>
        <a:xfrm>
          <a:off x="2717826" y="712411"/>
          <a:ext cx="2051888" cy="325504"/>
        </a:xfrm>
        <a:custGeom>
          <a:avLst/>
          <a:gdLst/>
          <a:ahLst/>
          <a:cxnLst/>
          <a:rect l="0" t="0" r="0" b="0"/>
          <a:pathLst>
            <a:path>
              <a:moveTo>
                <a:pt x="2051888" y="0"/>
              </a:moveTo>
              <a:lnTo>
                <a:pt x="2051888" y="221821"/>
              </a:lnTo>
              <a:lnTo>
                <a:pt x="0" y="221821"/>
              </a:lnTo>
              <a:lnTo>
                <a:pt x="0" y="325504"/>
              </a:lnTo>
            </a:path>
          </a:pathLst>
        </a:custGeom>
        <a:noFill/>
        <a:ln w="3810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sp>
    <dsp:sp modelId="{568096FA-4DD0-2D48-809A-C4D8F39A89E1}">
      <dsp:nvSpPr>
        <dsp:cNvPr id="0" name=""/>
        <dsp:cNvSpPr/>
      </dsp:nvSpPr>
      <dsp:spPr>
        <a:xfrm>
          <a:off x="4210108" y="1712"/>
          <a:ext cx="1119212" cy="710699"/>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DA408B-46D1-9141-BAFD-0F1EF40A982B}">
      <dsp:nvSpPr>
        <dsp:cNvPr id="0" name=""/>
        <dsp:cNvSpPr/>
      </dsp:nvSpPr>
      <dsp:spPr>
        <a:xfrm>
          <a:off x="4334465" y="119851"/>
          <a:ext cx="1119212" cy="710699"/>
        </a:xfrm>
        <a:prstGeom prst="roundRect">
          <a:avLst>
            <a:gd name="adj" fmla="val 10000"/>
          </a:avLst>
        </a:prstGeom>
        <a:solidFill>
          <a:schemeClr val="lt1">
            <a:hueOff val="0"/>
            <a:satOff val="0"/>
            <a:lum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US" sz="900" b="1" kern="1200">
              <a:solidFill>
                <a:srgbClr val="000000"/>
              </a:solidFill>
            </a:rPr>
            <a:t>Total Water Use</a:t>
          </a:r>
        </a:p>
      </dsp:txBody>
      <dsp:txXfrm>
        <a:off x="4355281" y="140667"/>
        <a:ext cx="1077580" cy="669067"/>
      </dsp:txXfrm>
    </dsp:sp>
    <dsp:sp modelId="{A450B8B8-53A1-E64B-B838-501B84754EDF}">
      <dsp:nvSpPr>
        <dsp:cNvPr id="0" name=""/>
        <dsp:cNvSpPr/>
      </dsp:nvSpPr>
      <dsp:spPr>
        <a:xfrm>
          <a:off x="2158220" y="1037915"/>
          <a:ext cx="1119212" cy="710699"/>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28100ED-3CE1-8641-A2DB-B3B8AD330E75}">
      <dsp:nvSpPr>
        <dsp:cNvPr id="0" name=""/>
        <dsp:cNvSpPr/>
      </dsp:nvSpPr>
      <dsp:spPr>
        <a:xfrm>
          <a:off x="2282576" y="1156054"/>
          <a:ext cx="1119212" cy="710699"/>
        </a:xfrm>
        <a:prstGeom prst="roundRect">
          <a:avLst>
            <a:gd name="adj" fmla="val 10000"/>
          </a:avLst>
        </a:prstGeom>
        <a:solidFill>
          <a:schemeClr val="lt1">
            <a:hueOff val="0"/>
            <a:satOff val="0"/>
            <a:lum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US" sz="900" b="1" kern="1200">
              <a:solidFill>
                <a:srgbClr val="000000"/>
              </a:solidFill>
            </a:rPr>
            <a:t>Non-Agricultural Water Use</a:t>
          </a:r>
        </a:p>
      </dsp:txBody>
      <dsp:txXfrm>
        <a:off x="2303392" y="1176870"/>
        <a:ext cx="1077580" cy="669067"/>
      </dsp:txXfrm>
    </dsp:sp>
    <dsp:sp modelId="{618CCA8E-7D8F-204D-925F-111CA1B55698}">
      <dsp:nvSpPr>
        <dsp:cNvPr id="0" name=""/>
        <dsp:cNvSpPr/>
      </dsp:nvSpPr>
      <dsp:spPr>
        <a:xfrm>
          <a:off x="106331" y="2074119"/>
          <a:ext cx="1119212" cy="710699"/>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5038FBA-0520-9E4B-8D0B-F7959A731D1C}">
      <dsp:nvSpPr>
        <dsp:cNvPr id="0" name=""/>
        <dsp:cNvSpPr/>
      </dsp:nvSpPr>
      <dsp:spPr>
        <a:xfrm>
          <a:off x="230688" y="2192258"/>
          <a:ext cx="1119212" cy="710699"/>
        </a:xfrm>
        <a:prstGeom prst="roundRect">
          <a:avLst>
            <a:gd name="adj" fmla="val 10000"/>
          </a:avLst>
        </a:prstGeom>
        <a:solidFill>
          <a:schemeClr val="lt1">
            <a:hueOff val="0"/>
            <a:satOff val="0"/>
            <a:lum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solidFill>
                <a:srgbClr val="000000"/>
              </a:solidFill>
            </a:rPr>
            <a:t>Domestic</a:t>
          </a:r>
        </a:p>
      </dsp:txBody>
      <dsp:txXfrm>
        <a:off x="251504" y="2213074"/>
        <a:ext cx="1077580" cy="669067"/>
      </dsp:txXfrm>
    </dsp:sp>
    <dsp:sp modelId="{0ED65E7C-3C6F-AF4A-809E-E3D76C040049}">
      <dsp:nvSpPr>
        <dsp:cNvPr id="0" name=""/>
        <dsp:cNvSpPr/>
      </dsp:nvSpPr>
      <dsp:spPr>
        <a:xfrm>
          <a:off x="1474257" y="2074119"/>
          <a:ext cx="1119212" cy="710699"/>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8857309-FB37-CF43-AA52-EA54C1C89595}">
      <dsp:nvSpPr>
        <dsp:cNvPr id="0" name=""/>
        <dsp:cNvSpPr/>
      </dsp:nvSpPr>
      <dsp:spPr>
        <a:xfrm>
          <a:off x="1598614" y="2192258"/>
          <a:ext cx="1119212" cy="710699"/>
        </a:xfrm>
        <a:prstGeom prst="roundRect">
          <a:avLst>
            <a:gd name="adj" fmla="val 10000"/>
          </a:avLst>
        </a:prstGeom>
        <a:solidFill>
          <a:schemeClr val="lt1">
            <a:hueOff val="0"/>
            <a:satOff val="0"/>
            <a:lum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US" sz="900" b="1" kern="1200">
              <a:solidFill>
                <a:srgbClr val="000000"/>
              </a:solidFill>
            </a:rPr>
            <a:t>Electricity Generation</a:t>
          </a:r>
        </a:p>
      </dsp:txBody>
      <dsp:txXfrm>
        <a:off x="1619430" y="2213074"/>
        <a:ext cx="1077580" cy="669067"/>
      </dsp:txXfrm>
    </dsp:sp>
    <dsp:sp modelId="{D2F3E953-21E5-774F-9760-7D8D08BC102F}">
      <dsp:nvSpPr>
        <dsp:cNvPr id="0" name=""/>
        <dsp:cNvSpPr/>
      </dsp:nvSpPr>
      <dsp:spPr>
        <a:xfrm>
          <a:off x="1474257" y="3110323"/>
          <a:ext cx="1119212" cy="1783095"/>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838A25-E49F-4E4A-A223-BD34334AB232}">
      <dsp:nvSpPr>
        <dsp:cNvPr id="0" name=""/>
        <dsp:cNvSpPr/>
      </dsp:nvSpPr>
      <dsp:spPr>
        <a:xfrm>
          <a:off x="1598614" y="3228462"/>
          <a:ext cx="1119212" cy="1783095"/>
        </a:xfrm>
        <a:prstGeom prst="roundRect">
          <a:avLst>
            <a:gd name="adj" fmla="val 10000"/>
          </a:avLst>
        </a:prstGeom>
        <a:solidFill>
          <a:schemeClr val="lt1">
            <a:hueOff val="0"/>
            <a:satOff val="0"/>
            <a:lum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US" sz="900" b="1" kern="1200">
              <a:solidFill>
                <a:srgbClr val="000000"/>
              </a:solidFill>
            </a:rPr>
            <a:t>Hydropower</a:t>
          </a:r>
        </a:p>
        <a:p>
          <a:pPr marL="0" lvl="0" indent="0" algn="ctr" defTabSz="400050" rtl="0">
            <a:lnSpc>
              <a:spcPct val="90000"/>
            </a:lnSpc>
            <a:spcBef>
              <a:spcPct val="0"/>
            </a:spcBef>
            <a:spcAft>
              <a:spcPct val="35000"/>
            </a:spcAft>
            <a:buNone/>
          </a:pPr>
          <a:r>
            <a:rPr lang="en-US" sz="900" b="1" kern="1200">
              <a:solidFill>
                <a:srgbClr val="000000"/>
              </a:solidFill>
            </a:rPr>
            <a:t>Wind</a:t>
          </a:r>
        </a:p>
        <a:p>
          <a:pPr marL="0" lvl="0" indent="0" algn="ctr" defTabSz="400050" rtl="0">
            <a:lnSpc>
              <a:spcPct val="90000"/>
            </a:lnSpc>
            <a:spcBef>
              <a:spcPct val="0"/>
            </a:spcBef>
            <a:spcAft>
              <a:spcPct val="35000"/>
            </a:spcAft>
            <a:buNone/>
          </a:pPr>
          <a:r>
            <a:rPr lang="en-US" sz="900" b="1" kern="1200">
              <a:solidFill>
                <a:srgbClr val="000000"/>
              </a:solidFill>
            </a:rPr>
            <a:t>PV</a:t>
          </a:r>
        </a:p>
        <a:p>
          <a:pPr marL="0" lvl="0" indent="0" algn="ctr" defTabSz="400050" rtl="0">
            <a:lnSpc>
              <a:spcPct val="90000"/>
            </a:lnSpc>
            <a:spcBef>
              <a:spcPct val="0"/>
            </a:spcBef>
            <a:spcAft>
              <a:spcPct val="35000"/>
            </a:spcAft>
            <a:buNone/>
          </a:pPr>
          <a:r>
            <a:rPr lang="en-US" sz="900" b="1" kern="1200">
              <a:solidFill>
                <a:srgbClr val="000000"/>
              </a:solidFill>
            </a:rPr>
            <a:t>CSP</a:t>
          </a:r>
        </a:p>
        <a:p>
          <a:pPr marL="0" lvl="0" indent="0" algn="ctr" defTabSz="400050" rtl="0">
            <a:lnSpc>
              <a:spcPct val="90000"/>
            </a:lnSpc>
            <a:spcBef>
              <a:spcPct val="0"/>
            </a:spcBef>
            <a:spcAft>
              <a:spcPct val="35000"/>
            </a:spcAft>
            <a:buNone/>
          </a:pPr>
          <a:r>
            <a:rPr lang="en-US" sz="900" b="1" kern="1200">
              <a:solidFill>
                <a:srgbClr val="000000"/>
              </a:solidFill>
            </a:rPr>
            <a:t>Geothermal</a:t>
          </a:r>
        </a:p>
        <a:p>
          <a:pPr marL="0" lvl="0" indent="0" algn="ctr" defTabSz="400050" rtl="0">
            <a:lnSpc>
              <a:spcPct val="90000"/>
            </a:lnSpc>
            <a:spcBef>
              <a:spcPct val="0"/>
            </a:spcBef>
            <a:spcAft>
              <a:spcPct val="35000"/>
            </a:spcAft>
            <a:buNone/>
          </a:pPr>
          <a:r>
            <a:rPr lang="en-US" sz="900" b="1" kern="1200">
              <a:solidFill>
                <a:srgbClr val="000000"/>
              </a:solidFill>
            </a:rPr>
            <a:t>Nuclear</a:t>
          </a:r>
        </a:p>
        <a:p>
          <a:pPr marL="0" lvl="0" indent="0" algn="ctr" defTabSz="400050" rtl="0">
            <a:lnSpc>
              <a:spcPct val="90000"/>
            </a:lnSpc>
            <a:spcBef>
              <a:spcPct val="0"/>
            </a:spcBef>
            <a:spcAft>
              <a:spcPct val="35000"/>
            </a:spcAft>
            <a:buNone/>
          </a:pPr>
          <a:r>
            <a:rPr lang="en-US" sz="900" b="1" kern="1200">
              <a:solidFill>
                <a:srgbClr val="000000"/>
              </a:solidFill>
            </a:rPr>
            <a:t>Biomass (+CCS)</a:t>
          </a:r>
        </a:p>
        <a:p>
          <a:pPr marL="0" lvl="0" indent="0" algn="ctr" defTabSz="400050" rtl="0">
            <a:lnSpc>
              <a:spcPct val="90000"/>
            </a:lnSpc>
            <a:spcBef>
              <a:spcPct val="0"/>
            </a:spcBef>
            <a:spcAft>
              <a:spcPct val="35000"/>
            </a:spcAft>
            <a:buNone/>
          </a:pPr>
          <a:r>
            <a:rPr lang="en-US" sz="900" b="1" kern="1200">
              <a:solidFill>
                <a:srgbClr val="000000"/>
              </a:solidFill>
            </a:rPr>
            <a:t>Oil (+CCS)</a:t>
          </a:r>
        </a:p>
        <a:p>
          <a:pPr marL="0" lvl="0" indent="0" algn="ctr" defTabSz="400050" rtl="0">
            <a:lnSpc>
              <a:spcPct val="90000"/>
            </a:lnSpc>
            <a:spcBef>
              <a:spcPct val="0"/>
            </a:spcBef>
            <a:spcAft>
              <a:spcPct val="35000"/>
            </a:spcAft>
            <a:buNone/>
          </a:pPr>
          <a:r>
            <a:rPr lang="en-US" sz="900" b="1" kern="1200">
              <a:solidFill>
                <a:srgbClr val="000000"/>
              </a:solidFill>
            </a:rPr>
            <a:t>Gas (+CCS)</a:t>
          </a:r>
        </a:p>
        <a:p>
          <a:pPr marL="0" lvl="0" indent="0" algn="ctr" defTabSz="400050" rtl="0">
            <a:lnSpc>
              <a:spcPct val="90000"/>
            </a:lnSpc>
            <a:spcBef>
              <a:spcPct val="0"/>
            </a:spcBef>
            <a:spcAft>
              <a:spcPct val="35000"/>
            </a:spcAft>
            <a:buNone/>
          </a:pPr>
          <a:r>
            <a:rPr lang="en-US" sz="900" b="1" kern="1200">
              <a:solidFill>
                <a:srgbClr val="000000"/>
              </a:solidFill>
            </a:rPr>
            <a:t>Coal (+CCS)</a:t>
          </a:r>
        </a:p>
      </dsp:txBody>
      <dsp:txXfrm>
        <a:off x="1631395" y="3261243"/>
        <a:ext cx="1053650" cy="1717533"/>
      </dsp:txXfrm>
    </dsp:sp>
    <dsp:sp modelId="{22225D92-6688-5B47-B3F1-180A4C5644B8}">
      <dsp:nvSpPr>
        <dsp:cNvPr id="0" name=""/>
        <dsp:cNvSpPr/>
      </dsp:nvSpPr>
      <dsp:spPr>
        <a:xfrm>
          <a:off x="1474257" y="5218923"/>
          <a:ext cx="1119212" cy="897819"/>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FCE63B-8AC8-D649-89D7-7467B505CC6C}">
      <dsp:nvSpPr>
        <dsp:cNvPr id="0" name=""/>
        <dsp:cNvSpPr/>
      </dsp:nvSpPr>
      <dsp:spPr>
        <a:xfrm>
          <a:off x="1598614" y="5337062"/>
          <a:ext cx="1119212" cy="897819"/>
        </a:xfrm>
        <a:prstGeom prst="roundRect">
          <a:avLst>
            <a:gd name="adj" fmla="val 10000"/>
          </a:avLst>
        </a:prstGeom>
        <a:solidFill>
          <a:schemeClr val="lt1">
            <a:hueOff val="0"/>
            <a:satOff val="0"/>
            <a:lum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US" sz="900" b="1" kern="1200">
              <a:solidFill>
                <a:srgbClr val="000000"/>
              </a:solidFill>
            </a:rPr>
            <a:t>Once-Through</a:t>
          </a:r>
        </a:p>
        <a:p>
          <a:pPr marL="0" lvl="0" indent="0" algn="ctr" defTabSz="400050" rtl="0">
            <a:lnSpc>
              <a:spcPct val="90000"/>
            </a:lnSpc>
            <a:spcBef>
              <a:spcPct val="0"/>
            </a:spcBef>
            <a:spcAft>
              <a:spcPct val="35000"/>
            </a:spcAft>
            <a:buNone/>
          </a:pPr>
          <a:r>
            <a:rPr lang="en-US" sz="900" b="1" kern="1200">
              <a:solidFill>
                <a:srgbClr val="000000"/>
              </a:solidFill>
            </a:rPr>
            <a:t>Dry Cooling</a:t>
          </a:r>
        </a:p>
        <a:p>
          <a:pPr marL="0" lvl="0" indent="0" algn="ctr" defTabSz="400050" rtl="0">
            <a:lnSpc>
              <a:spcPct val="90000"/>
            </a:lnSpc>
            <a:spcBef>
              <a:spcPct val="0"/>
            </a:spcBef>
            <a:spcAft>
              <a:spcPct val="35000"/>
            </a:spcAft>
            <a:buNone/>
          </a:pPr>
          <a:r>
            <a:rPr lang="en-US" sz="900" b="1" kern="1200">
              <a:solidFill>
                <a:srgbClr val="000000"/>
              </a:solidFill>
            </a:rPr>
            <a:t>Cooling Ponds</a:t>
          </a:r>
        </a:p>
        <a:p>
          <a:pPr marL="0" lvl="0" indent="0" algn="ctr" defTabSz="400050" rtl="0">
            <a:lnSpc>
              <a:spcPct val="90000"/>
            </a:lnSpc>
            <a:spcBef>
              <a:spcPct val="0"/>
            </a:spcBef>
            <a:spcAft>
              <a:spcPct val="35000"/>
            </a:spcAft>
            <a:buNone/>
          </a:pPr>
          <a:r>
            <a:rPr lang="en-US" sz="900" b="1" kern="1200">
              <a:solidFill>
                <a:srgbClr val="000000"/>
              </a:solidFill>
            </a:rPr>
            <a:t>Wet Towers</a:t>
          </a:r>
        </a:p>
      </dsp:txBody>
      <dsp:txXfrm>
        <a:off x="1624910" y="5363358"/>
        <a:ext cx="1066620" cy="845227"/>
      </dsp:txXfrm>
    </dsp:sp>
    <dsp:sp modelId="{744AD342-9012-B04A-915B-61D180C18E6D}">
      <dsp:nvSpPr>
        <dsp:cNvPr id="0" name=""/>
        <dsp:cNvSpPr/>
      </dsp:nvSpPr>
      <dsp:spPr>
        <a:xfrm>
          <a:off x="2842183" y="2074119"/>
          <a:ext cx="1119212" cy="710699"/>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304F50-97AA-A549-8472-314473FB9653}">
      <dsp:nvSpPr>
        <dsp:cNvPr id="0" name=""/>
        <dsp:cNvSpPr/>
      </dsp:nvSpPr>
      <dsp:spPr>
        <a:xfrm>
          <a:off x="2966539" y="2192258"/>
          <a:ext cx="1119212" cy="710699"/>
        </a:xfrm>
        <a:prstGeom prst="roundRect">
          <a:avLst>
            <a:gd name="adj" fmla="val 10000"/>
          </a:avLst>
        </a:prstGeom>
        <a:solidFill>
          <a:schemeClr val="lt1">
            <a:hueOff val="0"/>
            <a:satOff val="0"/>
            <a:lum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solidFill>
                <a:srgbClr val="000000"/>
              </a:solidFill>
            </a:rPr>
            <a:t>Primary Energy</a:t>
          </a:r>
        </a:p>
      </dsp:txBody>
      <dsp:txXfrm>
        <a:off x="2987355" y="2213074"/>
        <a:ext cx="1077580" cy="669067"/>
      </dsp:txXfrm>
    </dsp:sp>
    <dsp:sp modelId="{4940BBEE-70FE-3B42-92FF-B7E528482047}">
      <dsp:nvSpPr>
        <dsp:cNvPr id="0" name=""/>
        <dsp:cNvSpPr/>
      </dsp:nvSpPr>
      <dsp:spPr>
        <a:xfrm>
          <a:off x="2842183" y="3110323"/>
          <a:ext cx="1119212" cy="1156457"/>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B2A2983-96C7-2D4A-9E2E-0C0C429758EB}">
      <dsp:nvSpPr>
        <dsp:cNvPr id="0" name=""/>
        <dsp:cNvSpPr/>
      </dsp:nvSpPr>
      <dsp:spPr>
        <a:xfrm>
          <a:off x="2966539" y="3228462"/>
          <a:ext cx="1119212" cy="1156457"/>
        </a:xfrm>
        <a:prstGeom prst="roundRect">
          <a:avLst>
            <a:gd name="adj" fmla="val 10000"/>
          </a:avLst>
        </a:prstGeom>
        <a:solidFill>
          <a:schemeClr val="lt1">
            <a:hueOff val="0"/>
            <a:satOff val="0"/>
            <a:lum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US" sz="900" b="1" kern="1200">
              <a:solidFill>
                <a:srgbClr val="000000"/>
              </a:solidFill>
            </a:rPr>
            <a:t>Coal</a:t>
          </a:r>
        </a:p>
        <a:p>
          <a:pPr marL="0" lvl="0" indent="0" algn="ctr" defTabSz="400050" rtl="0">
            <a:lnSpc>
              <a:spcPct val="90000"/>
            </a:lnSpc>
            <a:spcBef>
              <a:spcPct val="0"/>
            </a:spcBef>
            <a:spcAft>
              <a:spcPct val="35000"/>
            </a:spcAft>
            <a:buNone/>
          </a:pPr>
          <a:r>
            <a:rPr lang="en-US" sz="900" b="1" kern="1200">
              <a:solidFill>
                <a:srgbClr val="000000"/>
              </a:solidFill>
            </a:rPr>
            <a:t>Natural Gas</a:t>
          </a:r>
        </a:p>
        <a:p>
          <a:pPr marL="0" lvl="0" indent="0" algn="ctr" defTabSz="400050" rtl="0">
            <a:lnSpc>
              <a:spcPct val="90000"/>
            </a:lnSpc>
            <a:spcBef>
              <a:spcPct val="0"/>
            </a:spcBef>
            <a:spcAft>
              <a:spcPct val="35000"/>
            </a:spcAft>
            <a:buNone/>
          </a:pPr>
          <a:r>
            <a:rPr lang="en-US" sz="900" b="1" kern="1200">
              <a:solidFill>
                <a:srgbClr val="000000"/>
              </a:solidFill>
            </a:rPr>
            <a:t>Conventional Oil</a:t>
          </a:r>
        </a:p>
        <a:p>
          <a:pPr marL="0" lvl="0" indent="0" algn="ctr" defTabSz="400050" rtl="0">
            <a:lnSpc>
              <a:spcPct val="90000"/>
            </a:lnSpc>
            <a:spcBef>
              <a:spcPct val="0"/>
            </a:spcBef>
            <a:spcAft>
              <a:spcPct val="35000"/>
            </a:spcAft>
            <a:buNone/>
          </a:pPr>
          <a:r>
            <a:rPr lang="en-US" sz="900" b="1" kern="1200">
              <a:solidFill>
                <a:srgbClr val="000000"/>
              </a:solidFill>
            </a:rPr>
            <a:t>Unconventional Oil</a:t>
          </a:r>
        </a:p>
        <a:p>
          <a:pPr marL="0" lvl="0" indent="0" algn="ctr" defTabSz="400050" rtl="0">
            <a:lnSpc>
              <a:spcPct val="90000"/>
            </a:lnSpc>
            <a:spcBef>
              <a:spcPct val="0"/>
            </a:spcBef>
            <a:spcAft>
              <a:spcPct val="35000"/>
            </a:spcAft>
            <a:buNone/>
          </a:pPr>
          <a:r>
            <a:rPr lang="en-US" sz="900" b="1" kern="1200">
              <a:solidFill>
                <a:srgbClr val="000000"/>
              </a:solidFill>
            </a:rPr>
            <a:t>Uranium</a:t>
          </a:r>
        </a:p>
      </dsp:txBody>
      <dsp:txXfrm>
        <a:off x="2999320" y="3261243"/>
        <a:ext cx="1053650" cy="1090895"/>
      </dsp:txXfrm>
    </dsp:sp>
    <dsp:sp modelId="{488AE0F6-3F2B-F648-B1E0-7932E08EB3B3}">
      <dsp:nvSpPr>
        <dsp:cNvPr id="0" name=""/>
        <dsp:cNvSpPr/>
      </dsp:nvSpPr>
      <dsp:spPr>
        <a:xfrm>
          <a:off x="4210108" y="2074119"/>
          <a:ext cx="1119212" cy="710699"/>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2DBC347-3CB6-DD4C-BA4E-C644EEF1D19B}">
      <dsp:nvSpPr>
        <dsp:cNvPr id="0" name=""/>
        <dsp:cNvSpPr/>
      </dsp:nvSpPr>
      <dsp:spPr>
        <a:xfrm>
          <a:off x="4334465" y="2192258"/>
          <a:ext cx="1119212" cy="710699"/>
        </a:xfrm>
        <a:prstGeom prst="roundRect">
          <a:avLst>
            <a:gd name="adj" fmla="val 10000"/>
          </a:avLst>
        </a:prstGeom>
        <a:solidFill>
          <a:schemeClr val="lt1">
            <a:hueOff val="0"/>
            <a:satOff val="0"/>
            <a:lum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solidFill>
                <a:srgbClr val="000000"/>
              </a:solidFill>
            </a:rPr>
            <a:t>Manufacturing</a:t>
          </a:r>
        </a:p>
      </dsp:txBody>
      <dsp:txXfrm>
        <a:off x="4355281" y="2213074"/>
        <a:ext cx="1077580" cy="669067"/>
      </dsp:txXfrm>
    </dsp:sp>
    <dsp:sp modelId="{7A421468-CF5E-5E41-8974-394C43CAA245}">
      <dsp:nvSpPr>
        <dsp:cNvPr id="0" name=""/>
        <dsp:cNvSpPr/>
      </dsp:nvSpPr>
      <dsp:spPr>
        <a:xfrm>
          <a:off x="6261997" y="1037915"/>
          <a:ext cx="1119212" cy="710699"/>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D0E8FD-F41F-6846-B843-BF8DE636602D}">
      <dsp:nvSpPr>
        <dsp:cNvPr id="0" name=""/>
        <dsp:cNvSpPr/>
      </dsp:nvSpPr>
      <dsp:spPr>
        <a:xfrm>
          <a:off x="6386354" y="1156054"/>
          <a:ext cx="1119212" cy="710699"/>
        </a:xfrm>
        <a:prstGeom prst="roundRect">
          <a:avLst>
            <a:gd name="adj" fmla="val 10000"/>
          </a:avLst>
        </a:prstGeom>
        <a:solidFill>
          <a:schemeClr val="lt1">
            <a:hueOff val="0"/>
            <a:satOff val="0"/>
            <a:lum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US" sz="900" b="1" kern="1200">
              <a:solidFill>
                <a:srgbClr val="000000"/>
              </a:solidFill>
            </a:rPr>
            <a:t>Agricultural Water Use</a:t>
          </a:r>
        </a:p>
      </dsp:txBody>
      <dsp:txXfrm>
        <a:off x="6407170" y="1176870"/>
        <a:ext cx="1077580" cy="669067"/>
      </dsp:txXfrm>
    </dsp:sp>
    <dsp:sp modelId="{8698AE13-FCB2-D442-B4C6-5003037652A8}">
      <dsp:nvSpPr>
        <dsp:cNvPr id="0" name=""/>
        <dsp:cNvSpPr/>
      </dsp:nvSpPr>
      <dsp:spPr>
        <a:xfrm>
          <a:off x="5578034" y="2074119"/>
          <a:ext cx="1119212" cy="710699"/>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E50B0A2-350A-C54E-B164-567676519322}">
      <dsp:nvSpPr>
        <dsp:cNvPr id="0" name=""/>
        <dsp:cNvSpPr/>
      </dsp:nvSpPr>
      <dsp:spPr>
        <a:xfrm>
          <a:off x="5702391" y="2192258"/>
          <a:ext cx="1119212" cy="710699"/>
        </a:xfrm>
        <a:prstGeom prst="roundRect">
          <a:avLst>
            <a:gd name="adj" fmla="val 10000"/>
          </a:avLst>
        </a:prstGeom>
        <a:solidFill>
          <a:schemeClr val="lt1">
            <a:hueOff val="0"/>
            <a:satOff val="0"/>
            <a:lum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US" sz="900" b="1" kern="1200">
              <a:solidFill>
                <a:srgbClr val="000000"/>
              </a:solidFill>
            </a:rPr>
            <a:t>Irrigation</a:t>
          </a:r>
        </a:p>
      </dsp:txBody>
      <dsp:txXfrm>
        <a:off x="5723207" y="2213074"/>
        <a:ext cx="1077580" cy="669067"/>
      </dsp:txXfrm>
    </dsp:sp>
    <dsp:sp modelId="{1E8F387B-68FD-A74B-B75F-F9CB03AE75D1}">
      <dsp:nvSpPr>
        <dsp:cNvPr id="0" name=""/>
        <dsp:cNvSpPr/>
      </dsp:nvSpPr>
      <dsp:spPr>
        <a:xfrm>
          <a:off x="5578034" y="3110323"/>
          <a:ext cx="1119212" cy="3144121"/>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65EC4F-97D0-8E46-9EF9-32DF5FC7B5D3}">
      <dsp:nvSpPr>
        <dsp:cNvPr id="0" name=""/>
        <dsp:cNvSpPr/>
      </dsp:nvSpPr>
      <dsp:spPr>
        <a:xfrm>
          <a:off x="5702391" y="3228462"/>
          <a:ext cx="1119212" cy="3144121"/>
        </a:xfrm>
        <a:prstGeom prst="roundRect">
          <a:avLst>
            <a:gd name="adj" fmla="val 10000"/>
          </a:avLst>
        </a:prstGeom>
        <a:solidFill>
          <a:schemeClr val="lt1">
            <a:hueOff val="0"/>
            <a:satOff val="0"/>
            <a:lum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US" sz="900" b="1" kern="1200">
              <a:solidFill>
                <a:srgbClr val="000000"/>
              </a:solidFill>
            </a:rPr>
            <a:t>Corn</a:t>
          </a:r>
        </a:p>
        <a:p>
          <a:pPr marL="0" lvl="0" indent="0" algn="ctr" defTabSz="400050" rtl="0">
            <a:lnSpc>
              <a:spcPct val="90000"/>
            </a:lnSpc>
            <a:spcBef>
              <a:spcPct val="0"/>
            </a:spcBef>
            <a:spcAft>
              <a:spcPct val="35000"/>
            </a:spcAft>
            <a:buNone/>
          </a:pPr>
          <a:r>
            <a:rPr lang="en-US" sz="900" b="1" kern="1200" err="1">
              <a:solidFill>
                <a:srgbClr val="000000"/>
              </a:solidFill>
            </a:rPr>
            <a:t>FiberCrop</a:t>
          </a:r>
          <a:endParaRPr lang="en-US" sz="900" b="1" kern="1200">
            <a:solidFill>
              <a:srgbClr val="000000"/>
            </a:solidFill>
          </a:endParaRPr>
        </a:p>
        <a:p>
          <a:pPr marL="0" lvl="0" indent="0" algn="ctr" defTabSz="400050" rtl="0">
            <a:lnSpc>
              <a:spcPct val="90000"/>
            </a:lnSpc>
            <a:spcBef>
              <a:spcPct val="0"/>
            </a:spcBef>
            <a:spcAft>
              <a:spcPct val="35000"/>
            </a:spcAft>
            <a:buNone/>
          </a:pPr>
          <a:r>
            <a:rPr lang="en-US" sz="900" b="1" kern="1200" err="1">
              <a:solidFill>
                <a:srgbClr val="000000"/>
              </a:solidFill>
            </a:rPr>
            <a:t>FodderGrass</a:t>
          </a:r>
          <a:endParaRPr lang="en-US" sz="900" b="1" kern="1200">
            <a:solidFill>
              <a:srgbClr val="000000"/>
            </a:solidFill>
          </a:endParaRPr>
        </a:p>
        <a:p>
          <a:pPr marL="0" lvl="0" indent="0" algn="ctr" defTabSz="400050" rtl="0">
            <a:lnSpc>
              <a:spcPct val="90000"/>
            </a:lnSpc>
            <a:spcBef>
              <a:spcPct val="0"/>
            </a:spcBef>
            <a:spcAft>
              <a:spcPct val="35000"/>
            </a:spcAft>
            <a:buNone/>
          </a:pPr>
          <a:r>
            <a:rPr lang="en-US" sz="900" b="1" kern="1200" err="1">
              <a:solidFill>
                <a:srgbClr val="000000"/>
              </a:solidFill>
            </a:rPr>
            <a:t>FodderHerb</a:t>
          </a:r>
          <a:endParaRPr lang="en-US" sz="900" b="1" kern="1200">
            <a:solidFill>
              <a:srgbClr val="000000"/>
            </a:solidFill>
          </a:endParaRPr>
        </a:p>
        <a:p>
          <a:pPr marL="0" lvl="0" indent="0" algn="ctr" defTabSz="400050" rtl="0">
            <a:lnSpc>
              <a:spcPct val="90000"/>
            </a:lnSpc>
            <a:spcBef>
              <a:spcPct val="0"/>
            </a:spcBef>
            <a:spcAft>
              <a:spcPct val="35000"/>
            </a:spcAft>
            <a:buNone/>
          </a:pPr>
          <a:r>
            <a:rPr lang="en-US" sz="900" b="1" kern="1200">
              <a:solidFill>
                <a:srgbClr val="000000"/>
              </a:solidFill>
            </a:rPr>
            <a:t>Fruits</a:t>
          </a:r>
        </a:p>
        <a:p>
          <a:pPr marL="0" lvl="0" indent="0" algn="ctr" defTabSz="400050" rtl="0">
            <a:lnSpc>
              <a:spcPct val="90000"/>
            </a:lnSpc>
            <a:spcBef>
              <a:spcPct val="0"/>
            </a:spcBef>
            <a:spcAft>
              <a:spcPct val="35000"/>
            </a:spcAft>
            <a:buNone/>
          </a:pPr>
          <a:r>
            <a:rPr lang="en-US" sz="900" b="1" kern="1200">
              <a:solidFill>
                <a:srgbClr val="000000"/>
              </a:solidFill>
            </a:rPr>
            <a:t>Legumes</a:t>
          </a:r>
        </a:p>
        <a:p>
          <a:pPr marL="0" lvl="0" indent="0" algn="ctr" defTabSz="400050" rtl="0">
            <a:lnSpc>
              <a:spcPct val="90000"/>
            </a:lnSpc>
            <a:spcBef>
              <a:spcPct val="0"/>
            </a:spcBef>
            <a:spcAft>
              <a:spcPct val="35000"/>
            </a:spcAft>
            <a:buNone/>
          </a:pPr>
          <a:r>
            <a:rPr lang="en-US" sz="900" b="1" kern="1200" err="1">
              <a:solidFill>
                <a:srgbClr val="000000"/>
              </a:solidFill>
            </a:rPr>
            <a:t>MiscCrop</a:t>
          </a:r>
          <a:endParaRPr lang="en-US" sz="900" b="1" kern="1200">
            <a:solidFill>
              <a:srgbClr val="000000"/>
            </a:solidFill>
          </a:endParaRPr>
        </a:p>
        <a:p>
          <a:pPr marL="0" lvl="0" indent="0" algn="ctr" defTabSz="400050" rtl="0">
            <a:lnSpc>
              <a:spcPct val="90000"/>
            </a:lnSpc>
            <a:spcBef>
              <a:spcPct val="0"/>
            </a:spcBef>
            <a:spcAft>
              <a:spcPct val="35000"/>
            </a:spcAft>
            <a:buNone/>
          </a:pPr>
          <a:r>
            <a:rPr lang="en-US" sz="900" b="1" kern="1200" err="1">
              <a:solidFill>
                <a:srgbClr val="000000"/>
              </a:solidFill>
            </a:rPr>
            <a:t>NutsSeeds</a:t>
          </a:r>
          <a:endParaRPr lang="en-US" sz="900" b="1" kern="1200">
            <a:solidFill>
              <a:srgbClr val="000000"/>
            </a:solidFill>
          </a:endParaRPr>
        </a:p>
        <a:p>
          <a:pPr marL="0" lvl="0" indent="0" algn="ctr" defTabSz="400050" rtl="0">
            <a:lnSpc>
              <a:spcPct val="90000"/>
            </a:lnSpc>
            <a:spcBef>
              <a:spcPct val="0"/>
            </a:spcBef>
            <a:spcAft>
              <a:spcPct val="35000"/>
            </a:spcAft>
            <a:buNone/>
          </a:pPr>
          <a:r>
            <a:rPr lang="en-US" sz="900" b="1" kern="1200" err="1">
              <a:solidFill>
                <a:srgbClr val="000000"/>
              </a:solidFill>
            </a:rPr>
            <a:t>OilCrop</a:t>
          </a:r>
          <a:endParaRPr lang="en-US" sz="900" b="1" kern="1200">
            <a:solidFill>
              <a:srgbClr val="000000"/>
            </a:solidFill>
          </a:endParaRPr>
        </a:p>
        <a:p>
          <a:pPr marL="0" lvl="0" indent="0" algn="ctr" defTabSz="400050" rtl="0">
            <a:lnSpc>
              <a:spcPct val="90000"/>
            </a:lnSpc>
            <a:spcBef>
              <a:spcPct val="0"/>
            </a:spcBef>
            <a:spcAft>
              <a:spcPct val="35000"/>
            </a:spcAft>
            <a:buNone/>
          </a:pPr>
          <a:r>
            <a:rPr lang="en-US" sz="900" b="1" kern="1200" err="1">
              <a:solidFill>
                <a:srgbClr val="000000"/>
              </a:solidFill>
            </a:rPr>
            <a:t>OilPalm</a:t>
          </a:r>
          <a:endParaRPr lang="en-US" sz="900" b="1" kern="1200">
            <a:solidFill>
              <a:srgbClr val="000000"/>
            </a:solidFill>
          </a:endParaRPr>
        </a:p>
        <a:p>
          <a:pPr marL="0" lvl="0" indent="0" algn="ctr" defTabSz="400050" rtl="0">
            <a:lnSpc>
              <a:spcPct val="90000"/>
            </a:lnSpc>
            <a:spcBef>
              <a:spcPct val="0"/>
            </a:spcBef>
            <a:spcAft>
              <a:spcPct val="35000"/>
            </a:spcAft>
            <a:buNone/>
          </a:pPr>
          <a:r>
            <a:rPr lang="en-US" sz="900" b="1" kern="1200" err="1">
              <a:solidFill>
                <a:srgbClr val="000000"/>
              </a:solidFill>
            </a:rPr>
            <a:t>OtherGrain</a:t>
          </a:r>
          <a:endParaRPr lang="en-US" sz="900" b="1" kern="1200">
            <a:solidFill>
              <a:srgbClr val="000000"/>
            </a:solidFill>
          </a:endParaRPr>
        </a:p>
        <a:p>
          <a:pPr marL="0" lvl="0" indent="0" algn="ctr" defTabSz="400050" rtl="0">
            <a:lnSpc>
              <a:spcPct val="90000"/>
            </a:lnSpc>
            <a:spcBef>
              <a:spcPct val="0"/>
            </a:spcBef>
            <a:spcAft>
              <a:spcPct val="35000"/>
            </a:spcAft>
            <a:buNone/>
          </a:pPr>
          <a:r>
            <a:rPr lang="en-US" sz="900" b="1" kern="1200">
              <a:solidFill>
                <a:srgbClr val="000000"/>
              </a:solidFill>
            </a:rPr>
            <a:t>Rice</a:t>
          </a:r>
        </a:p>
        <a:p>
          <a:pPr marL="0" lvl="0" indent="0" algn="ctr" defTabSz="400050" rtl="0">
            <a:lnSpc>
              <a:spcPct val="90000"/>
            </a:lnSpc>
            <a:spcBef>
              <a:spcPct val="0"/>
            </a:spcBef>
            <a:spcAft>
              <a:spcPct val="35000"/>
            </a:spcAft>
            <a:buNone/>
          </a:pPr>
          <a:r>
            <a:rPr lang="en-US" sz="900" b="1" kern="1200" err="1">
              <a:solidFill>
                <a:srgbClr val="000000"/>
              </a:solidFill>
            </a:rPr>
            <a:t>RootTuber</a:t>
          </a:r>
          <a:endParaRPr lang="en-US" sz="900" b="1" kern="1200">
            <a:solidFill>
              <a:srgbClr val="000000"/>
            </a:solidFill>
          </a:endParaRPr>
        </a:p>
        <a:p>
          <a:pPr marL="0" lvl="0" indent="0" algn="ctr" defTabSz="400050" rtl="0">
            <a:lnSpc>
              <a:spcPct val="90000"/>
            </a:lnSpc>
            <a:spcBef>
              <a:spcPct val="0"/>
            </a:spcBef>
            <a:spcAft>
              <a:spcPct val="35000"/>
            </a:spcAft>
            <a:buNone/>
          </a:pPr>
          <a:r>
            <a:rPr lang="en-US" sz="900" b="1" kern="1200">
              <a:solidFill>
                <a:srgbClr val="000000"/>
              </a:solidFill>
            </a:rPr>
            <a:t>Soybean</a:t>
          </a:r>
        </a:p>
        <a:p>
          <a:pPr marL="0" lvl="0" indent="0" algn="ctr" defTabSz="400050" rtl="0">
            <a:lnSpc>
              <a:spcPct val="90000"/>
            </a:lnSpc>
            <a:spcBef>
              <a:spcPct val="0"/>
            </a:spcBef>
            <a:spcAft>
              <a:spcPct val="35000"/>
            </a:spcAft>
            <a:buNone/>
          </a:pPr>
          <a:r>
            <a:rPr lang="en-US" sz="900" b="1" kern="1200" err="1">
              <a:solidFill>
                <a:srgbClr val="000000"/>
              </a:solidFill>
            </a:rPr>
            <a:t>SugarCrop</a:t>
          </a:r>
          <a:endParaRPr lang="en-US" sz="900" b="1" kern="1200">
            <a:solidFill>
              <a:srgbClr val="000000"/>
            </a:solidFill>
          </a:endParaRPr>
        </a:p>
        <a:p>
          <a:pPr marL="0" lvl="0" indent="0" algn="ctr" defTabSz="400050" rtl="0">
            <a:lnSpc>
              <a:spcPct val="90000"/>
            </a:lnSpc>
            <a:spcBef>
              <a:spcPct val="0"/>
            </a:spcBef>
            <a:spcAft>
              <a:spcPct val="35000"/>
            </a:spcAft>
            <a:buNone/>
          </a:pPr>
          <a:r>
            <a:rPr lang="en-US" sz="900" b="1" kern="1200">
              <a:solidFill>
                <a:srgbClr val="000000"/>
              </a:solidFill>
            </a:rPr>
            <a:t>Vegetables</a:t>
          </a:r>
        </a:p>
        <a:p>
          <a:pPr marL="0" lvl="0" indent="0" algn="ctr" defTabSz="400050" rtl="0">
            <a:lnSpc>
              <a:spcPct val="90000"/>
            </a:lnSpc>
            <a:spcBef>
              <a:spcPct val="0"/>
            </a:spcBef>
            <a:spcAft>
              <a:spcPct val="35000"/>
            </a:spcAft>
            <a:buNone/>
          </a:pPr>
          <a:r>
            <a:rPr lang="en-US" sz="900" b="1" kern="1200">
              <a:solidFill>
                <a:srgbClr val="000000"/>
              </a:solidFill>
            </a:rPr>
            <a:t>Wheat</a:t>
          </a:r>
        </a:p>
        <a:p>
          <a:pPr marL="0" lvl="0" indent="0" algn="ctr" defTabSz="400050" rtl="0">
            <a:lnSpc>
              <a:spcPct val="90000"/>
            </a:lnSpc>
            <a:spcBef>
              <a:spcPct val="0"/>
            </a:spcBef>
            <a:spcAft>
              <a:spcPct val="35000"/>
            </a:spcAft>
            <a:buNone/>
          </a:pPr>
          <a:r>
            <a:rPr lang="en-US" sz="900" b="1" kern="1200">
              <a:solidFill>
                <a:srgbClr val="000000"/>
              </a:solidFill>
            </a:rPr>
            <a:t>Biomass</a:t>
          </a:r>
        </a:p>
      </dsp:txBody>
      <dsp:txXfrm>
        <a:off x="5735172" y="3261243"/>
        <a:ext cx="1053650" cy="3078559"/>
      </dsp:txXfrm>
    </dsp:sp>
    <dsp:sp modelId="{88006004-1051-0048-B32A-F87B61683692}">
      <dsp:nvSpPr>
        <dsp:cNvPr id="0" name=""/>
        <dsp:cNvSpPr/>
      </dsp:nvSpPr>
      <dsp:spPr>
        <a:xfrm>
          <a:off x="6945960" y="2074119"/>
          <a:ext cx="1119212" cy="710699"/>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74752C3-5B71-284F-8741-F58E73C6202C}">
      <dsp:nvSpPr>
        <dsp:cNvPr id="0" name=""/>
        <dsp:cNvSpPr/>
      </dsp:nvSpPr>
      <dsp:spPr>
        <a:xfrm>
          <a:off x="7070317" y="2192258"/>
          <a:ext cx="1119212" cy="710699"/>
        </a:xfrm>
        <a:prstGeom prst="roundRect">
          <a:avLst>
            <a:gd name="adj" fmla="val 10000"/>
          </a:avLst>
        </a:prstGeom>
        <a:solidFill>
          <a:schemeClr val="lt1">
            <a:hueOff val="0"/>
            <a:satOff val="0"/>
            <a:lum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US" sz="900" b="1" kern="1200">
              <a:solidFill>
                <a:srgbClr val="000000"/>
              </a:solidFill>
            </a:rPr>
            <a:t>Livestock</a:t>
          </a:r>
        </a:p>
      </dsp:txBody>
      <dsp:txXfrm>
        <a:off x="7091133" y="2213074"/>
        <a:ext cx="1077580" cy="669067"/>
      </dsp:txXfrm>
    </dsp:sp>
    <dsp:sp modelId="{118E69DF-51A2-F04A-9F6A-07D54E3B19C4}">
      <dsp:nvSpPr>
        <dsp:cNvPr id="0" name=""/>
        <dsp:cNvSpPr/>
      </dsp:nvSpPr>
      <dsp:spPr>
        <a:xfrm>
          <a:off x="6945960" y="3110323"/>
          <a:ext cx="1119212" cy="909475"/>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8A7A51-2D0A-624F-A76C-7429783108D9}">
      <dsp:nvSpPr>
        <dsp:cNvPr id="0" name=""/>
        <dsp:cNvSpPr/>
      </dsp:nvSpPr>
      <dsp:spPr>
        <a:xfrm>
          <a:off x="7070317" y="3228462"/>
          <a:ext cx="1119212" cy="909475"/>
        </a:xfrm>
        <a:prstGeom prst="roundRect">
          <a:avLst>
            <a:gd name="adj" fmla="val 10000"/>
          </a:avLst>
        </a:prstGeom>
        <a:solidFill>
          <a:schemeClr val="lt1">
            <a:hueOff val="0"/>
            <a:satOff val="0"/>
            <a:lum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US" sz="900" b="1" kern="1200">
              <a:solidFill>
                <a:srgbClr val="000000"/>
              </a:solidFill>
            </a:rPr>
            <a:t>Beef</a:t>
          </a:r>
        </a:p>
        <a:p>
          <a:pPr marL="0" lvl="0" indent="0" algn="ctr" defTabSz="400050" rtl="0">
            <a:lnSpc>
              <a:spcPct val="90000"/>
            </a:lnSpc>
            <a:spcBef>
              <a:spcPct val="0"/>
            </a:spcBef>
            <a:spcAft>
              <a:spcPct val="35000"/>
            </a:spcAft>
            <a:buNone/>
          </a:pPr>
          <a:r>
            <a:rPr lang="en-US" sz="900" b="1" kern="1200">
              <a:solidFill>
                <a:srgbClr val="000000"/>
              </a:solidFill>
            </a:rPr>
            <a:t>Dairy</a:t>
          </a:r>
        </a:p>
        <a:p>
          <a:pPr marL="0" lvl="0" indent="0" algn="ctr" defTabSz="400050" rtl="0">
            <a:lnSpc>
              <a:spcPct val="90000"/>
            </a:lnSpc>
            <a:spcBef>
              <a:spcPct val="0"/>
            </a:spcBef>
            <a:spcAft>
              <a:spcPct val="35000"/>
            </a:spcAft>
            <a:buNone/>
          </a:pPr>
          <a:r>
            <a:rPr lang="en-US" sz="900" b="1" kern="1200">
              <a:solidFill>
                <a:srgbClr val="000000"/>
              </a:solidFill>
            </a:rPr>
            <a:t>Pork</a:t>
          </a:r>
        </a:p>
        <a:p>
          <a:pPr marL="0" lvl="0" indent="0" algn="ctr" defTabSz="400050" rtl="0">
            <a:lnSpc>
              <a:spcPct val="90000"/>
            </a:lnSpc>
            <a:spcBef>
              <a:spcPct val="0"/>
            </a:spcBef>
            <a:spcAft>
              <a:spcPct val="35000"/>
            </a:spcAft>
            <a:buNone/>
          </a:pPr>
          <a:r>
            <a:rPr lang="en-US" sz="900" b="1" kern="1200">
              <a:solidFill>
                <a:srgbClr val="000000"/>
              </a:solidFill>
            </a:rPr>
            <a:t>Poultry</a:t>
          </a:r>
        </a:p>
        <a:p>
          <a:pPr marL="0" lvl="0" indent="0" algn="ctr" defTabSz="400050" rtl="0">
            <a:lnSpc>
              <a:spcPct val="90000"/>
            </a:lnSpc>
            <a:spcBef>
              <a:spcPct val="0"/>
            </a:spcBef>
            <a:spcAft>
              <a:spcPct val="35000"/>
            </a:spcAft>
            <a:buNone/>
          </a:pPr>
          <a:r>
            <a:rPr lang="en-US" sz="900" b="1" kern="1200" err="1">
              <a:solidFill>
                <a:srgbClr val="000000"/>
              </a:solidFill>
            </a:rPr>
            <a:t>SheepGoa</a:t>
          </a:r>
          <a:r>
            <a:rPr lang="en-US" sz="900" kern="1200" err="1">
              <a:solidFill>
                <a:srgbClr val="000000"/>
              </a:solidFill>
            </a:rPr>
            <a:t>t</a:t>
          </a:r>
          <a:endParaRPr lang="en-US" sz="900" kern="1200">
            <a:solidFill>
              <a:srgbClr val="000000"/>
            </a:solidFill>
          </a:endParaRPr>
        </a:p>
      </dsp:txBody>
      <dsp:txXfrm>
        <a:off x="7096955" y="3255100"/>
        <a:ext cx="1065936" cy="85619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A69A9C-1087-184F-8370-423E175D9D7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9090E3D-F5E5-0D40-B323-A25B85CF9E8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6E50B8-2EF8-564F-AE86-D84E6C503530}" type="datetimeFigureOut">
              <a:rPr lang="en-US" smtClean="0"/>
              <a:t>6/3/2025</a:t>
            </a:fld>
            <a:endParaRPr lang="en-US"/>
          </a:p>
        </p:txBody>
      </p:sp>
      <p:sp>
        <p:nvSpPr>
          <p:cNvPr id="4" name="Footer Placeholder 3">
            <a:extLst>
              <a:ext uri="{FF2B5EF4-FFF2-40B4-BE49-F238E27FC236}">
                <a16:creationId xmlns:a16="http://schemas.microsoft.com/office/drawing/2014/main" id="{64E3AA97-2F38-5340-B685-1E0EA3E358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2B732F3-25A6-284F-A24C-5FD21AE6BE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4078BA3-E235-9946-9A4D-07E907F688D0}" type="slidenum">
              <a:rPr lang="en-US" smtClean="0"/>
              <a:t>‹#›</a:t>
            </a:fld>
            <a:endParaRPr lang="en-US"/>
          </a:p>
        </p:txBody>
      </p:sp>
    </p:spTree>
    <p:extLst>
      <p:ext uri="{BB962C8B-B14F-4D97-AF65-F5344CB8AC3E}">
        <p14:creationId xmlns:p14="http://schemas.microsoft.com/office/powerpoint/2010/main" val="41940003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AC8D20-1945-7145-91A2-3D134BDA25E2}" type="datetimeFigureOut">
              <a:rPr lang="en-US" smtClean="0"/>
              <a:t>6/3/2025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0104DB-87CA-D64F-AB86-DB2520DDF5D7}" type="slidenum">
              <a:rPr lang="en-US" smtClean="0"/>
              <a:t>‹#›</a:t>
            </a:fld>
            <a:endParaRPr lang="en-US"/>
          </a:p>
        </p:txBody>
      </p:sp>
    </p:spTree>
    <p:extLst>
      <p:ext uri="{BB962C8B-B14F-4D97-AF65-F5344CB8AC3E}">
        <p14:creationId xmlns:p14="http://schemas.microsoft.com/office/powerpoint/2010/main" val="3614055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Stock Image</a:t>
            </a:r>
          </a:p>
        </p:txBody>
      </p:sp>
      <p:sp>
        <p:nvSpPr>
          <p:cNvPr id="4" name="Slide Number Placeholder 3"/>
          <p:cNvSpPr>
            <a:spLocks noGrp="1"/>
          </p:cNvSpPr>
          <p:nvPr>
            <p:ph type="sldNum" sz="quarter" idx="5"/>
          </p:nvPr>
        </p:nvSpPr>
        <p:spPr/>
        <p:txBody>
          <a:bodyPr/>
          <a:lstStyle/>
          <a:p>
            <a:fld id="{710104DB-87CA-D64F-AB86-DB2520DDF5D7}" type="slidenum">
              <a:rPr lang="en-US" smtClean="0"/>
              <a:t>1</a:t>
            </a:fld>
            <a:endParaRPr lang="en-US"/>
          </a:p>
        </p:txBody>
      </p:sp>
    </p:spTree>
    <p:extLst>
      <p:ext uri="{BB962C8B-B14F-4D97-AF65-F5344CB8AC3E}">
        <p14:creationId xmlns:p14="http://schemas.microsoft.com/office/powerpoint/2010/main" val="39418618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10104DB-87CA-D64F-AB86-DB2520DDF5D7}" type="slidenum">
              <a:rPr lang="en-US" smtClean="0"/>
              <a:t>15</a:t>
            </a:fld>
            <a:endParaRPr lang="en-US"/>
          </a:p>
        </p:txBody>
      </p:sp>
    </p:spTree>
    <p:extLst>
      <p:ext uri="{BB962C8B-B14F-4D97-AF65-F5344CB8AC3E}">
        <p14:creationId xmlns:p14="http://schemas.microsoft.com/office/powerpoint/2010/main" val="29331613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72B4D"/>
                </a:solidFill>
                <a:effectLst/>
                <a:latin typeface="-apple-system"/>
              </a:rPr>
              <a:t>Overhaul the structural representation of distribution so as to better estimate the heterogeneous prices paid by various end-use purposes, which are largely a function of the temperatures and pressures at which hydrogen is transported and stored</a:t>
            </a:r>
          </a:p>
          <a:p>
            <a:r>
              <a:rPr lang="en-US" sz="1200"/>
              <a:t>Distinguish between pipeline-based distribution and liquid hydrogen truck-based distribution </a:t>
            </a:r>
            <a:endParaRPr lang="en-US"/>
          </a:p>
        </p:txBody>
      </p:sp>
      <p:sp>
        <p:nvSpPr>
          <p:cNvPr id="4" name="Slide Number Placeholder 3"/>
          <p:cNvSpPr>
            <a:spLocks noGrp="1"/>
          </p:cNvSpPr>
          <p:nvPr>
            <p:ph type="sldNum" sz="quarter" idx="5"/>
          </p:nvPr>
        </p:nvSpPr>
        <p:spPr/>
        <p:txBody>
          <a:bodyPr/>
          <a:lstStyle/>
          <a:p>
            <a:fld id="{710104DB-87CA-D64F-AB86-DB2520DDF5D7}" type="slidenum">
              <a:rPr lang="en-US" smtClean="0"/>
              <a:t>18</a:t>
            </a:fld>
            <a:endParaRPr lang="en-US"/>
          </a:p>
        </p:txBody>
      </p:sp>
    </p:spTree>
    <p:extLst>
      <p:ext uri="{BB962C8B-B14F-4D97-AF65-F5344CB8AC3E}">
        <p14:creationId xmlns:p14="http://schemas.microsoft.com/office/powerpoint/2010/main" val="3816617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1097280" rtl="0" eaLnBrk="1" fontAlgn="auto" latinLnBrk="0" hangingPunct="1">
              <a:lnSpc>
                <a:spcPct val="100000"/>
              </a:lnSpc>
              <a:spcBef>
                <a:spcPts val="0"/>
              </a:spcBef>
              <a:spcAft>
                <a:spcPts val="0"/>
              </a:spcAft>
              <a:buClrTx/>
              <a:buSzTx/>
              <a:buFontTx/>
              <a:buNone/>
              <a:tabLst/>
              <a:defRPr/>
            </a:pPr>
            <a:fld id="{710104DB-87CA-D64F-AB86-DB2520DDF5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09728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23615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10104DB-87CA-D64F-AB86-DB2520DDF5D7}" type="slidenum">
              <a:rPr lang="en-US" smtClean="0"/>
              <a:t>20</a:t>
            </a:fld>
            <a:endParaRPr lang="en-US"/>
          </a:p>
        </p:txBody>
      </p:sp>
    </p:spTree>
    <p:extLst>
      <p:ext uri="{BB962C8B-B14F-4D97-AF65-F5344CB8AC3E}">
        <p14:creationId xmlns:p14="http://schemas.microsoft.com/office/powerpoint/2010/main" val="2437082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1097280" rtl="0" eaLnBrk="1" fontAlgn="auto" latinLnBrk="0" hangingPunct="1">
              <a:lnSpc>
                <a:spcPct val="100000"/>
              </a:lnSpc>
              <a:spcBef>
                <a:spcPts val="0"/>
              </a:spcBef>
              <a:spcAft>
                <a:spcPts val="0"/>
              </a:spcAft>
              <a:buClrTx/>
              <a:buSzTx/>
              <a:buFontTx/>
              <a:buNone/>
              <a:tabLst/>
              <a:defRPr/>
            </a:pPr>
            <a:fld id="{710104DB-87CA-D64F-AB86-DB2520DDF5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09728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35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8653BA9-28A9-454D-A7D3-AD0BFC8098E5}" type="slidenum">
              <a:rPr lang="en-US" smtClean="0"/>
              <a:t>31</a:t>
            </a:fld>
            <a:endParaRPr lang="en-US"/>
          </a:p>
        </p:txBody>
      </p:sp>
    </p:spTree>
    <p:extLst>
      <p:ext uri="{BB962C8B-B14F-4D97-AF65-F5344CB8AC3E}">
        <p14:creationId xmlns:p14="http://schemas.microsoft.com/office/powerpoint/2010/main" val="34885911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8653BA9-28A9-454D-A7D3-AD0BFC8098E5}" type="slidenum">
              <a:rPr lang="en-US" smtClean="0"/>
              <a:t>32</a:t>
            </a:fld>
            <a:endParaRPr lang="en-US"/>
          </a:p>
        </p:txBody>
      </p:sp>
    </p:spTree>
    <p:extLst>
      <p:ext uri="{BB962C8B-B14F-4D97-AF65-F5344CB8AC3E}">
        <p14:creationId xmlns:p14="http://schemas.microsoft.com/office/powerpoint/2010/main" val="11607084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1"/>
        <p:cNvGrpSpPr/>
        <p:nvPr/>
      </p:nvGrpSpPr>
      <p:grpSpPr>
        <a:xfrm>
          <a:off x="0" y="0"/>
          <a:ext cx="0" cy="0"/>
          <a:chOff x="0" y="0"/>
          <a:chExt cx="0" cy="0"/>
        </a:xfrm>
      </p:grpSpPr>
      <p:sp>
        <p:nvSpPr>
          <p:cNvPr id="1162" name="Google Shape;1162;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3" name="Google Shape;1163;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95250" algn="l" rtl="0">
              <a:spcBef>
                <a:spcPts val="0"/>
              </a:spcBef>
              <a:spcAft>
                <a:spcPts val="0"/>
              </a:spcAft>
              <a:buClr>
                <a:schemeClr val="dk1"/>
              </a:buClr>
              <a:buSzPts val="1200"/>
              <a:buFont typeface="Arial"/>
              <a:buNone/>
            </a:pPr>
            <a:endParaRPr/>
          </a:p>
        </p:txBody>
      </p:sp>
      <p:sp>
        <p:nvSpPr>
          <p:cNvPr id="1164" name="Google Shape;1164;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1"/>
        <p:cNvGrpSpPr/>
        <p:nvPr/>
      </p:nvGrpSpPr>
      <p:grpSpPr>
        <a:xfrm>
          <a:off x="0" y="0"/>
          <a:ext cx="0" cy="0"/>
          <a:chOff x="0" y="0"/>
          <a:chExt cx="0" cy="0"/>
        </a:xfrm>
      </p:grpSpPr>
      <p:sp>
        <p:nvSpPr>
          <p:cNvPr id="1332" name="Google Shape;1332;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3" name="Google Shape;1333;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4" name="Google Shape;1334;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_Plain_Blac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436B83B-A5E4-524E-96A9-DFC12D58F12A}"/>
              </a:ext>
            </a:extLst>
          </p:cNvPr>
          <p:cNvSpPr/>
          <p:nvPr userDrawn="1"/>
        </p:nvSpPr>
        <p:spPr>
          <a:xfrm>
            <a:off x="914400" y="0"/>
            <a:ext cx="54864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21DF1AC-1D08-B945-A034-B740A35902F9}"/>
              </a:ext>
            </a:extLst>
          </p:cNvPr>
          <p:cNvSpPr txBox="1"/>
          <p:nvPr userDrawn="1"/>
        </p:nvSpPr>
        <p:spPr>
          <a:xfrm>
            <a:off x="1371600" y="7543800"/>
            <a:ext cx="3657600" cy="228600"/>
          </a:xfrm>
          <a:prstGeom prst="rect">
            <a:avLst/>
          </a:prstGeom>
          <a:noFill/>
        </p:spPr>
        <p:txBody>
          <a:bodyPr wrap="square" lIns="0" tIns="0" rIns="0" bIns="0" rtlCol="0" anchor="t" anchorCtr="0">
            <a:noAutofit/>
          </a:bodyPr>
          <a:lstStyle/>
          <a:p>
            <a:pPr>
              <a:spcAft>
                <a:spcPts val="600"/>
              </a:spcAft>
            </a:pPr>
            <a:r>
              <a:rPr lang="en-US" sz="800">
                <a:solidFill>
                  <a:srgbClr val="616265">
                    <a:alpha val="75000"/>
                  </a:srgbClr>
                </a:solidFill>
                <a:latin typeface="Arial" panose="020B0604020202020204" pitchFamily="34" charset="0"/>
                <a:cs typeface="Arial" panose="020B0604020202020204" pitchFamily="34" charset="0"/>
              </a:rPr>
              <a:t>PNNL is operated by Battelle for the U.S. Department of Energy</a:t>
            </a:r>
          </a:p>
        </p:txBody>
      </p:sp>
      <p:sp>
        <p:nvSpPr>
          <p:cNvPr id="2" name="Title 1"/>
          <p:cNvSpPr>
            <a:spLocks noGrp="1"/>
          </p:cNvSpPr>
          <p:nvPr>
            <p:ph type="ctrTitle"/>
          </p:nvPr>
        </p:nvSpPr>
        <p:spPr>
          <a:xfrm>
            <a:off x="1371600" y="2743200"/>
            <a:ext cx="4572000" cy="1828800"/>
          </a:xfrm>
          <a:prstGeom prst="rect">
            <a:avLst/>
          </a:prstGeom>
        </p:spPr>
        <p:txBody>
          <a:bodyPr lIns="0" tIns="0" rIns="0" bIns="0" anchor="b">
            <a:noAutofit/>
          </a:bodyPr>
          <a:lstStyle>
            <a:lvl1pPr algn="r">
              <a:defRPr sz="4800" b="1">
                <a:solidFill>
                  <a:schemeClr val="tx2"/>
                </a:solidFill>
                <a:latin typeface="Arial" panose="020B0604020202020204" pitchFamily="34" charset="0"/>
                <a:cs typeface="Arial" panose="020B0604020202020204" pitchFamily="34" charset="0"/>
              </a:defRPr>
            </a:lvl1pPr>
          </a:lstStyle>
          <a:p>
            <a:r>
              <a:rPr lang="en-US"/>
              <a:t>Click to edit Master title style</a:t>
            </a:r>
          </a:p>
        </p:txBody>
      </p:sp>
      <p:sp>
        <p:nvSpPr>
          <p:cNvPr id="20" name="Text Placeholder 19">
            <a:extLst>
              <a:ext uri="{FF2B5EF4-FFF2-40B4-BE49-F238E27FC236}">
                <a16:creationId xmlns:a16="http://schemas.microsoft.com/office/drawing/2014/main" id="{3061D5F4-8719-384B-945C-9A27060F99A0}"/>
              </a:ext>
            </a:extLst>
          </p:cNvPr>
          <p:cNvSpPr>
            <a:spLocks noGrp="1"/>
          </p:cNvSpPr>
          <p:nvPr>
            <p:ph type="body" sz="quarter" idx="10" hasCustomPrompt="1"/>
          </p:nvPr>
        </p:nvSpPr>
        <p:spPr>
          <a:xfrm>
            <a:off x="1370529" y="5669280"/>
            <a:ext cx="4572000" cy="274320"/>
          </a:xfrm>
          <a:prstGeom prst="rect">
            <a:avLst/>
          </a:prstGeom>
        </p:spPr>
        <p:txBody>
          <a:bodyPr wrap="none" lIns="0" tIns="0" rIns="0" bIns="0">
            <a:noAutofit/>
          </a:bodyPr>
          <a:lstStyle>
            <a:lvl1pPr marL="0" indent="0" algn="r">
              <a:buNone/>
              <a:defRPr sz="1800" b="1">
                <a:solidFill>
                  <a:srgbClr val="000000"/>
                </a:solidFill>
                <a:latin typeface="Arial" panose="020B0604020202020204" pitchFamily="34" charset="0"/>
                <a:cs typeface="Arial" panose="020B0604020202020204" pitchFamily="34" charset="0"/>
              </a:defRPr>
            </a:lvl1pPr>
            <a:lvl2pPr marL="548640" indent="0">
              <a:buNone/>
              <a:defRPr/>
            </a:lvl2pPr>
            <a:lvl3pPr marL="1097280" indent="0">
              <a:buNone/>
              <a:defRPr/>
            </a:lvl3pPr>
            <a:lvl4pPr marL="1645920" indent="0">
              <a:buNone/>
              <a:defRPr/>
            </a:lvl4pPr>
            <a:lvl5pPr marL="2194560" indent="0">
              <a:buNone/>
              <a:defRPr/>
            </a:lvl5pPr>
          </a:lstStyle>
          <a:p>
            <a:pPr lvl="0"/>
            <a:r>
              <a:rPr lang="en-US"/>
              <a:t>Click to add presenter’s name</a:t>
            </a:r>
          </a:p>
        </p:txBody>
      </p:sp>
      <p:sp>
        <p:nvSpPr>
          <p:cNvPr id="21" name="Text Placeholder 19">
            <a:extLst>
              <a:ext uri="{FF2B5EF4-FFF2-40B4-BE49-F238E27FC236}">
                <a16:creationId xmlns:a16="http://schemas.microsoft.com/office/drawing/2014/main" id="{3E2D432E-6648-6643-9C6E-38B1EFF5EE31}"/>
              </a:ext>
            </a:extLst>
          </p:cNvPr>
          <p:cNvSpPr>
            <a:spLocks noGrp="1"/>
          </p:cNvSpPr>
          <p:nvPr>
            <p:ph type="body" sz="quarter" idx="11" hasCustomPrompt="1"/>
          </p:nvPr>
        </p:nvSpPr>
        <p:spPr>
          <a:xfrm>
            <a:off x="1371600" y="5983356"/>
            <a:ext cx="4572000" cy="274320"/>
          </a:xfrm>
          <a:prstGeom prst="rect">
            <a:avLst/>
          </a:prstGeom>
        </p:spPr>
        <p:txBody>
          <a:bodyPr wrap="none" lIns="0" tIns="0" rIns="0" bIns="0">
            <a:noAutofit/>
          </a:bodyPr>
          <a:lstStyle>
            <a:lvl1pPr marL="0" indent="0" algn="r">
              <a:buNone/>
              <a:defRPr sz="1600">
                <a:solidFill>
                  <a:srgbClr val="616265"/>
                </a:solidFill>
                <a:latin typeface="Arial" panose="020B0604020202020204" pitchFamily="34" charset="0"/>
                <a:cs typeface="Arial" panose="020B0604020202020204" pitchFamily="34" charset="0"/>
              </a:defRPr>
            </a:lvl1pPr>
            <a:lvl2pPr marL="548640" indent="0">
              <a:buNone/>
              <a:defRPr/>
            </a:lvl2pPr>
            <a:lvl3pPr marL="1097280" indent="0">
              <a:buNone/>
              <a:defRPr/>
            </a:lvl3pPr>
            <a:lvl4pPr marL="1645920" indent="0">
              <a:buNone/>
              <a:defRPr/>
            </a:lvl4pPr>
            <a:lvl5pPr marL="2194560" indent="0">
              <a:buNone/>
              <a:defRPr/>
            </a:lvl5pPr>
          </a:lstStyle>
          <a:p>
            <a:pPr lvl="0"/>
            <a:r>
              <a:rPr lang="en-US"/>
              <a:t>Click to add presenter’s title</a:t>
            </a:r>
          </a:p>
        </p:txBody>
      </p:sp>
      <p:sp>
        <p:nvSpPr>
          <p:cNvPr id="6" name="TextBox 5">
            <a:extLst>
              <a:ext uri="{FF2B5EF4-FFF2-40B4-BE49-F238E27FC236}">
                <a16:creationId xmlns:a16="http://schemas.microsoft.com/office/drawing/2014/main" id="{8915389B-4BB4-1644-9B7E-35A85D0C1E3B}"/>
              </a:ext>
            </a:extLst>
          </p:cNvPr>
          <p:cNvSpPr txBox="1"/>
          <p:nvPr userDrawn="1"/>
        </p:nvSpPr>
        <p:spPr>
          <a:xfrm>
            <a:off x="3710609" y="-1245704"/>
            <a:ext cx="184731" cy="424732"/>
          </a:xfrm>
          <a:prstGeom prst="rect">
            <a:avLst/>
          </a:prstGeom>
          <a:noFill/>
        </p:spPr>
        <p:txBody>
          <a:bodyPr wrap="none" rtlCol="0">
            <a:spAutoFit/>
          </a:bodyPr>
          <a:lstStyle/>
          <a:p>
            <a:endParaRPr lang="en-US"/>
          </a:p>
        </p:txBody>
      </p:sp>
      <p:pic>
        <p:nvPicPr>
          <p:cNvPr id="12" name="Picture 11">
            <a:extLst>
              <a:ext uri="{FF2B5EF4-FFF2-40B4-BE49-F238E27FC236}">
                <a16:creationId xmlns:a16="http://schemas.microsoft.com/office/drawing/2014/main" id="{45A7D3E1-BCC3-C843-81A0-EA4EDFB44528}"/>
              </a:ext>
            </a:extLst>
          </p:cNvPr>
          <p:cNvPicPr>
            <a:picLocks noChangeAspect="1"/>
          </p:cNvPicPr>
          <p:nvPr userDrawn="1"/>
        </p:nvPicPr>
        <p:blipFill>
          <a:blip r:embed="rId2"/>
          <a:stretch>
            <a:fillRect/>
          </a:stretch>
        </p:blipFill>
        <p:spPr>
          <a:xfrm>
            <a:off x="1371600" y="237744"/>
            <a:ext cx="1280160" cy="1249224"/>
          </a:xfrm>
          <a:prstGeom prst="rect">
            <a:avLst/>
          </a:prstGeom>
        </p:spPr>
      </p:pic>
      <p:pic>
        <p:nvPicPr>
          <p:cNvPr id="13" name="Picture 12">
            <a:extLst>
              <a:ext uri="{FF2B5EF4-FFF2-40B4-BE49-F238E27FC236}">
                <a16:creationId xmlns:a16="http://schemas.microsoft.com/office/drawing/2014/main" id="{56617363-F73D-B74F-9647-C9D747AC7023}"/>
              </a:ext>
            </a:extLst>
          </p:cNvPr>
          <p:cNvPicPr>
            <a:picLocks noChangeAspect="1"/>
          </p:cNvPicPr>
          <p:nvPr userDrawn="1"/>
        </p:nvPicPr>
        <p:blipFill>
          <a:blip r:embed="rId3"/>
          <a:stretch>
            <a:fillRect/>
          </a:stretch>
        </p:blipFill>
        <p:spPr>
          <a:xfrm>
            <a:off x="1370529" y="7178040"/>
            <a:ext cx="824484" cy="228600"/>
          </a:xfrm>
          <a:prstGeom prst="rect">
            <a:avLst/>
          </a:prstGeom>
        </p:spPr>
      </p:pic>
      <p:pic>
        <p:nvPicPr>
          <p:cNvPr id="14" name="Picture 13">
            <a:extLst>
              <a:ext uri="{FF2B5EF4-FFF2-40B4-BE49-F238E27FC236}">
                <a16:creationId xmlns:a16="http://schemas.microsoft.com/office/drawing/2014/main" id="{D290C8FB-601C-A04C-84F7-213A857D3E6A}"/>
              </a:ext>
            </a:extLst>
          </p:cNvPr>
          <p:cNvPicPr>
            <a:picLocks noChangeAspect="1"/>
          </p:cNvPicPr>
          <p:nvPr userDrawn="1"/>
        </p:nvPicPr>
        <p:blipFill>
          <a:blip r:embed="rId4"/>
          <a:stretch>
            <a:fillRect/>
          </a:stretch>
        </p:blipFill>
        <p:spPr>
          <a:xfrm>
            <a:off x="2375535" y="7249637"/>
            <a:ext cx="929809" cy="155448"/>
          </a:xfrm>
          <a:prstGeom prst="rect">
            <a:avLst/>
          </a:prstGeom>
        </p:spPr>
      </p:pic>
      <p:sp>
        <p:nvSpPr>
          <p:cNvPr id="15" name="Date Placeholder 1">
            <a:extLst>
              <a:ext uri="{FF2B5EF4-FFF2-40B4-BE49-F238E27FC236}">
                <a16:creationId xmlns:a16="http://schemas.microsoft.com/office/drawing/2014/main" id="{9D9DB338-5D5C-4ACA-9ECF-C3E34C44127A}"/>
              </a:ext>
            </a:extLst>
          </p:cNvPr>
          <p:cNvSpPr>
            <a:spLocks noGrp="1"/>
          </p:cNvSpPr>
          <p:nvPr>
            <p:ph type="dt" sz="half" idx="2"/>
          </p:nvPr>
        </p:nvSpPr>
        <p:spPr>
          <a:xfrm>
            <a:off x="2651641" y="4915645"/>
            <a:ext cx="3290888" cy="438150"/>
          </a:xfrm>
          <a:prstGeom prst="rect">
            <a:avLst/>
          </a:prstGeom>
        </p:spPr>
        <p:txBody>
          <a:bodyPr vert="horz" lIns="91440" tIns="45720" rIns="91440" bIns="45720" rtlCol="0" anchor="ctr"/>
          <a:lstStyle>
            <a:lvl1pPr algn="r">
              <a:defRPr sz="1800">
                <a:solidFill>
                  <a:schemeClr val="tx1">
                    <a:tint val="75000"/>
                  </a:schemeClr>
                </a:solidFill>
              </a:defRPr>
            </a:lvl1pPr>
          </a:lstStyle>
          <a:p>
            <a:fld id="{ABD4F8E3-4ED9-44B4-99E6-8A3D2CF8D415}" type="datetime4">
              <a:rPr lang="en-US" smtClean="0"/>
              <a:t>June 3, 2025</a:t>
            </a:fld>
            <a:endParaRPr lang="en-US"/>
          </a:p>
        </p:txBody>
      </p:sp>
      <p:sp>
        <p:nvSpPr>
          <p:cNvPr id="16" name="Footer Placeholder 2">
            <a:extLst>
              <a:ext uri="{FF2B5EF4-FFF2-40B4-BE49-F238E27FC236}">
                <a16:creationId xmlns:a16="http://schemas.microsoft.com/office/drawing/2014/main" id="{F55B65E8-4040-44D0-A4FE-A050FD948A79}"/>
              </a:ext>
            </a:extLst>
          </p:cNvPr>
          <p:cNvSpPr>
            <a:spLocks noGrp="1"/>
          </p:cNvSpPr>
          <p:nvPr>
            <p:ph type="ftr" sz="quarter" idx="3"/>
          </p:nvPr>
        </p:nvSpPr>
        <p:spPr>
          <a:xfrm>
            <a:off x="1189037" y="7730118"/>
            <a:ext cx="4937125"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15013057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arge Imag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Placeholder 2">
            <a:extLst>
              <a:ext uri="{FF2B5EF4-FFF2-40B4-BE49-F238E27FC236}">
                <a16:creationId xmlns:a16="http://schemas.microsoft.com/office/drawing/2014/main" id="{66026595-8D7E-D24C-9263-B65316A326B9}"/>
              </a:ext>
            </a:extLst>
          </p:cNvPr>
          <p:cNvSpPr>
            <a:spLocks noGrp="1"/>
          </p:cNvSpPr>
          <p:nvPr>
            <p:ph type="pic" sz="quarter" idx="10"/>
          </p:nvPr>
        </p:nvSpPr>
        <p:spPr>
          <a:xfrm>
            <a:off x="6400800" y="457200"/>
            <a:ext cx="7772400" cy="73152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3" name="Slide Number Placeholder 3">
            <a:extLst>
              <a:ext uri="{FF2B5EF4-FFF2-40B4-BE49-F238E27FC236}">
                <a16:creationId xmlns:a16="http://schemas.microsoft.com/office/drawing/2014/main" id="{3338E046-DF9E-FC49-A812-491AB8058B4E}"/>
              </a:ext>
            </a:extLst>
          </p:cNvPr>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8" name="Text Placeholder 5">
            <a:extLst>
              <a:ext uri="{FF2B5EF4-FFF2-40B4-BE49-F238E27FC236}">
                <a16:creationId xmlns:a16="http://schemas.microsoft.com/office/drawing/2014/main" id="{1D0CE8D1-2F12-5A44-A6B5-2CD466F52A60}"/>
              </a:ext>
            </a:extLst>
          </p:cNvPr>
          <p:cNvSpPr>
            <a:spLocks noGrp="1"/>
          </p:cNvSpPr>
          <p:nvPr>
            <p:ph type="body" sz="quarter" idx="14" hasCustomPrompt="1"/>
          </p:nvPr>
        </p:nvSpPr>
        <p:spPr>
          <a:xfrm>
            <a:off x="6400800" y="6858000"/>
            <a:ext cx="77724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9" name="Title 1">
            <a:extLst>
              <a:ext uri="{FF2B5EF4-FFF2-40B4-BE49-F238E27FC236}">
                <a16:creationId xmlns:a16="http://schemas.microsoft.com/office/drawing/2014/main" id="{B99B87A2-8960-403D-AE0D-D54946272206}"/>
              </a:ext>
            </a:extLst>
          </p:cNvPr>
          <p:cNvSpPr>
            <a:spLocks noGrp="1"/>
          </p:cNvSpPr>
          <p:nvPr>
            <p:ph type="title" hasCustomPrompt="1"/>
          </p:nvPr>
        </p:nvSpPr>
        <p:spPr>
          <a:xfrm>
            <a:off x="1371599" y="2295525"/>
            <a:ext cx="4572001" cy="1590675"/>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
        <p:nvSpPr>
          <p:cNvPr id="11" name="Content Placeholder 13">
            <a:extLst>
              <a:ext uri="{FF2B5EF4-FFF2-40B4-BE49-F238E27FC236}">
                <a16:creationId xmlns:a16="http://schemas.microsoft.com/office/drawing/2014/main" id="{29354FF4-9871-4E1B-A45A-ABAA2BE2B69B}"/>
              </a:ext>
            </a:extLst>
          </p:cNvPr>
          <p:cNvSpPr>
            <a:spLocks noGrp="1"/>
          </p:cNvSpPr>
          <p:nvPr>
            <p:ph sz="quarter" idx="21"/>
          </p:nvPr>
        </p:nvSpPr>
        <p:spPr>
          <a:xfrm>
            <a:off x="1394459" y="4373033"/>
            <a:ext cx="4572000" cy="3429000"/>
          </a:xfrm>
          <a:prstGeom prst="rect">
            <a:avLst/>
          </a:prstGeom>
        </p:spPr>
        <p:txBody>
          <a:bodyPr/>
          <a:lstStyle>
            <a:lvl1pPr>
              <a:defRPr sz="2800"/>
            </a:lvl1pPr>
            <a:lvl2pPr marL="822960" indent="-274320">
              <a:buFont typeface="Wingdings" panose="05000000000000000000" pitchFamily="2" charset="2"/>
              <a:buChar char="§"/>
              <a:defRPr sz="2400"/>
            </a:lvl2pPr>
            <a:lvl3pPr marL="1371600" indent="-274320">
              <a:buFont typeface="Wingdings" panose="05000000000000000000" pitchFamily="2" charset="2"/>
              <a:buChar char="ü"/>
              <a:defRPr sz="2000"/>
            </a:lvl3pPr>
            <a:lvl4pPr>
              <a:defRPr sz="1800"/>
            </a:lvl4pPr>
            <a:lvl5pPr marL="2468880" indent="-274320">
              <a:buFont typeface="Wingdings" panose="05000000000000000000"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
            <a:extLst>
              <a:ext uri="{FF2B5EF4-FFF2-40B4-BE49-F238E27FC236}">
                <a16:creationId xmlns:a16="http://schemas.microsoft.com/office/drawing/2014/main" id="{47EFCEB6-2E27-4C42-A1E5-AC8A8BA83783}"/>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6/3/2025</a:t>
            </a:fld>
            <a:endParaRPr lang="en-US"/>
          </a:p>
        </p:txBody>
      </p:sp>
      <p:sp>
        <p:nvSpPr>
          <p:cNvPr id="15" name="Footer Placeholder 2">
            <a:extLst>
              <a:ext uri="{FF2B5EF4-FFF2-40B4-BE49-F238E27FC236}">
                <a16:creationId xmlns:a16="http://schemas.microsoft.com/office/drawing/2014/main" id="{A86FAFB9-0DC0-4AB0-9E8B-6EC7C8ABAAF1}"/>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19578281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arge Text Box">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3">
            <a:extLst>
              <a:ext uri="{FF2B5EF4-FFF2-40B4-BE49-F238E27FC236}">
                <a16:creationId xmlns:a16="http://schemas.microsoft.com/office/drawing/2014/main" id="{3338E046-DF9E-FC49-A812-491AB8058B4E}"/>
              </a:ext>
            </a:extLst>
          </p:cNvPr>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12" name="Content Placeholder 4">
            <a:extLst>
              <a:ext uri="{FF2B5EF4-FFF2-40B4-BE49-F238E27FC236}">
                <a16:creationId xmlns:a16="http://schemas.microsoft.com/office/drawing/2014/main" id="{F0C408BC-A7DE-4A08-AD26-56414D2DD808}"/>
              </a:ext>
            </a:extLst>
          </p:cNvPr>
          <p:cNvSpPr>
            <a:spLocks noGrp="1"/>
          </p:cNvSpPr>
          <p:nvPr>
            <p:ph sz="quarter" idx="20"/>
          </p:nvPr>
        </p:nvSpPr>
        <p:spPr>
          <a:xfrm>
            <a:off x="6430642" y="457199"/>
            <a:ext cx="7772400" cy="7315200"/>
          </a:xfrm>
          <a:prstGeom prst="rect">
            <a:avLst/>
          </a:prstGeom>
        </p:spPr>
        <p:txBody>
          <a:bodyPr/>
          <a:lstStyle>
            <a:lvl1pPr>
              <a:defRPr sz="2800">
                <a:latin typeface="Arial" panose="020B0604020202020204" pitchFamily="34" charset="0"/>
                <a:cs typeface="Arial" panose="020B0604020202020204" pitchFamily="34" charset="0"/>
              </a:defRPr>
            </a:lvl1pPr>
            <a:lvl2pPr marL="822960" indent="-274320">
              <a:buFont typeface="Wingdings" panose="05000000000000000000" pitchFamily="2" charset="2"/>
              <a:buChar char="§"/>
              <a:defRPr sz="2400">
                <a:latin typeface="Arial" panose="020B0604020202020204" pitchFamily="34" charset="0"/>
                <a:cs typeface="Arial" panose="020B0604020202020204" pitchFamily="34" charset="0"/>
              </a:defRPr>
            </a:lvl2pPr>
            <a:lvl3pPr marL="1371600" indent="-274320">
              <a:buFont typeface="Wingdings" panose="05000000000000000000" pitchFamily="2" charset="2"/>
              <a:buChar char="ü"/>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marL="2468880" indent="-274320">
              <a:buFont typeface="Wingdings" panose="05000000000000000000" pitchFamily="2" charset="2"/>
              <a:buChar char="§"/>
              <a:defRPr sz="16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A3C58F0F-5237-4527-BB8E-6EEF623543BB}"/>
              </a:ext>
            </a:extLst>
          </p:cNvPr>
          <p:cNvSpPr>
            <a:spLocks noGrp="1"/>
          </p:cNvSpPr>
          <p:nvPr>
            <p:ph sz="quarter" idx="21"/>
          </p:nvPr>
        </p:nvSpPr>
        <p:spPr>
          <a:xfrm>
            <a:off x="1394459" y="4373033"/>
            <a:ext cx="4572000" cy="3429000"/>
          </a:xfrm>
          <a:prstGeom prst="rect">
            <a:avLst/>
          </a:prstGeom>
        </p:spPr>
        <p:txBody>
          <a:bodyPr/>
          <a:lstStyle>
            <a:lvl1pPr>
              <a:defRPr sz="2800"/>
            </a:lvl1pPr>
            <a:lvl2pPr marL="822960" indent="-274320">
              <a:buFont typeface="Wingdings" panose="05000000000000000000" pitchFamily="2" charset="2"/>
              <a:buChar char="§"/>
              <a:defRPr sz="2400"/>
            </a:lvl2pPr>
            <a:lvl3pPr marL="1371600" indent="-274320">
              <a:buFont typeface="Wingdings" panose="05000000000000000000" pitchFamily="2" charset="2"/>
              <a:buChar char="ü"/>
              <a:defRPr sz="2000"/>
            </a:lvl3pPr>
            <a:lvl4pPr>
              <a:defRPr sz="1800"/>
            </a:lvl4pPr>
            <a:lvl5pPr marL="2468880" indent="-274320">
              <a:buFont typeface="Wingdings" panose="05000000000000000000"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Date Placeholder 1">
            <a:extLst>
              <a:ext uri="{FF2B5EF4-FFF2-40B4-BE49-F238E27FC236}">
                <a16:creationId xmlns:a16="http://schemas.microsoft.com/office/drawing/2014/main" id="{33D0FD2D-15F4-4320-9C04-2023CAB47E08}"/>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6/3/2025</a:t>
            </a:fld>
            <a:endParaRPr lang="en-US"/>
          </a:p>
        </p:txBody>
      </p:sp>
      <p:sp>
        <p:nvSpPr>
          <p:cNvPr id="19" name="Footer Placeholder 2">
            <a:extLst>
              <a:ext uri="{FF2B5EF4-FFF2-40B4-BE49-F238E27FC236}">
                <a16:creationId xmlns:a16="http://schemas.microsoft.com/office/drawing/2014/main" id="{08FBEF60-4239-4E67-A385-B22B813AD40B}"/>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20" name="Title 1">
            <a:extLst>
              <a:ext uri="{FF2B5EF4-FFF2-40B4-BE49-F238E27FC236}">
                <a16:creationId xmlns:a16="http://schemas.microsoft.com/office/drawing/2014/main" id="{77614967-FAA9-4DA9-B7DE-539AA8923534}"/>
              </a:ext>
            </a:extLst>
          </p:cNvPr>
          <p:cNvSpPr>
            <a:spLocks noGrp="1"/>
          </p:cNvSpPr>
          <p:nvPr>
            <p:ph type="title" hasCustomPrompt="1"/>
          </p:nvPr>
        </p:nvSpPr>
        <p:spPr>
          <a:xfrm>
            <a:off x="1371599" y="2295525"/>
            <a:ext cx="4572001" cy="1590675"/>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Tree>
    <p:extLst>
      <p:ext uri="{BB962C8B-B14F-4D97-AF65-F5344CB8AC3E}">
        <p14:creationId xmlns:p14="http://schemas.microsoft.com/office/powerpoint/2010/main" val="9903476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D96EEDE-6486-774B-B0E3-751BBA42CE35}"/>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6" name="Title 1">
            <a:extLst>
              <a:ext uri="{FF2B5EF4-FFF2-40B4-BE49-F238E27FC236}">
                <a16:creationId xmlns:a16="http://schemas.microsoft.com/office/drawing/2014/main" id="{7C1406DC-BAEC-4717-8F68-46C92F16638A}"/>
              </a:ext>
            </a:extLst>
          </p:cNvPr>
          <p:cNvSpPr>
            <a:spLocks noGrp="1"/>
          </p:cNvSpPr>
          <p:nvPr>
            <p:ph type="title" hasCustomPrompt="1"/>
          </p:nvPr>
        </p:nvSpPr>
        <p:spPr>
          <a:xfrm>
            <a:off x="3200400" y="270933"/>
            <a:ext cx="10972800" cy="1310979"/>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
        <p:nvSpPr>
          <p:cNvPr id="10" name="Content Placeholder 4">
            <a:extLst>
              <a:ext uri="{FF2B5EF4-FFF2-40B4-BE49-F238E27FC236}">
                <a16:creationId xmlns:a16="http://schemas.microsoft.com/office/drawing/2014/main" id="{028E3363-7137-4431-9927-3AE087A5B2BE}"/>
              </a:ext>
            </a:extLst>
          </p:cNvPr>
          <p:cNvSpPr>
            <a:spLocks noGrp="1"/>
          </p:cNvSpPr>
          <p:nvPr>
            <p:ph sz="quarter" idx="20"/>
          </p:nvPr>
        </p:nvSpPr>
        <p:spPr>
          <a:xfrm>
            <a:off x="1371600" y="2057399"/>
            <a:ext cx="12801600" cy="5486401"/>
          </a:xfrm>
          <a:prstGeom prst="rect">
            <a:avLst/>
          </a:prstGeom>
        </p:spPr>
        <p:txBody>
          <a:bodyPr/>
          <a:lstStyle>
            <a:lvl1pPr>
              <a:defRPr sz="2800">
                <a:latin typeface="Arial" panose="020B0604020202020204" pitchFamily="34" charset="0"/>
                <a:cs typeface="Arial" panose="020B0604020202020204" pitchFamily="34" charset="0"/>
              </a:defRPr>
            </a:lvl1pPr>
            <a:lvl2pPr marL="822960" indent="-274320">
              <a:buFont typeface="Wingdings" panose="05000000000000000000" pitchFamily="2" charset="2"/>
              <a:buChar char="§"/>
              <a:defRPr sz="2400">
                <a:latin typeface="Arial" panose="020B0604020202020204" pitchFamily="34" charset="0"/>
                <a:cs typeface="Arial" panose="020B0604020202020204" pitchFamily="34" charset="0"/>
              </a:defRPr>
            </a:lvl2pPr>
            <a:lvl3pPr marL="1371600" indent="-274320">
              <a:buFont typeface="Wingdings" panose="05000000000000000000" pitchFamily="2" charset="2"/>
              <a:buChar char="ü"/>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marL="2468880" indent="-274320">
              <a:buFont typeface="Wingdings" panose="05000000000000000000" pitchFamily="2" charset="2"/>
              <a:buChar char="§"/>
              <a:defRPr sz="16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
            <a:extLst>
              <a:ext uri="{FF2B5EF4-FFF2-40B4-BE49-F238E27FC236}">
                <a16:creationId xmlns:a16="http://schemas.microsoft.com/office/drawing/2014/main" id="{E76F451D-D169-4CA9-91EE-97F19A35C6DE}"/>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6/3/2025</a:t>
            </a:fld>
            <a:endParaRPr lang="en-US"/>
          </a:p>
        </p:txBody>
      </p:sp>
      <p:sp>
        <p:nvSpPr>
          <p:cNvPr id="15" name="Footer Placeholder 2">
            <a:extLst>
              <a:ext uri="{FF2B5EF4-FFF2-40B4-BE49-F238E27FC236}">
                <a16:creationId xmlns:a16="http://schemas.microsoft.com/office/drawing/2014/main" id="{8A19F790-0343-4862-A140-1B409986B7FB}"/>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28067925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Picture Gri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3DEE2FC3-856F-2F4B-A52D-94189159AC19}"/>
              </a:ext>
            </a:extLst>
          </p:cNvPr>
          <p:cNvSpPr>
            <a:spLocks noGrp="1"/>
          </p:cNvSpPr>
          <p:nvPr>
            <p:ph type="pic" sz="quarter" idx="10"/>
          </p:nvPr>
        </p:nvSpPr>
        <p:spPr>
          <a:xfrm>
            <a:off x="6400800" y="457200"/>
            <a:ext cx="3657600" cy="34290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7" name="Picture Placeholder 2">
            <a:extLst>
              <a:ext uri="{FF2B5EF4-FFF2-40B4-BE49-F238E27FC236}">
                <a16:creationId xmlns:a16="http://schemas.microsoft.com/office/drawing/2014/main" id="{FD00854A-4EC7-2D48-A025-5B0B48548BC7}"/>
              </a:ext>
            </a:extLst>
          </p:cNvPr>
          <p:cNvSpPr>
            <a:spLocks noGrp="1"/>
          </p:cNvSpPr>
          <p:nvPr>
            <p:ph type="pic" sz="quarter" idx="11"/>
          </p:nvPr>
        </p:nvSpPr>
        <p:spPr>
          <a:xfrm>
            <a:off x="10515600" y="457200"/>
            <a:ext cx="3657600" cy="34290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8" name="Picture Placeholder 2">
            <a:extLst>
              <a:ext uri="{FF2B5EF4-FFF2-40B4-BE49-F238E27FC236}">
                <a16:creationId xmlns:a16="http://schemas.microsoft.com/office/drawing/2014/main" id="{67A8C708-D197-CF47-8089-89928BE1E302}"/>
              </a:ext>
            </a:extLst>
          </p:cNvPr>
          <p:cNvSpPr>
            <a:spLocks noGrp="1"/>
          </p:cNvSpPr>
          <p:nvPr>
            <p:ph type="pic" sz="quarter" idx="12"/>
          </p:nvPr>
        </p:nvSpPr>
        <p:spPr>
          <a:xfrm>
            <a:off x="6400800" y="4343400"/>
            <a:ext cx="3657600" cy="34290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2" name="Picture Placeholder 2">
            <a:extLst>
              <a:ext uri="{FF2B5EF4-FFF2-40B4-BE49-F238E27FC236}">
                <a16:creationId xmlns:a16="http://schemas.microsoft.com/office/drawing/2014/main" id="{3C4D2EBC-B863-FD49-A9DF-1381563078DA}"/>
              </a:ext>
            </a:extLst>
          </p:cNvPr>
          <p:cNvSpPr>
            <a:spLocks noGrp="1"/>
          </p:cNvSpPr>
          <p:nvPr>
            <p:ph type="pic" sz="quarter" idx="13"/>
          </p:nvPr>
        </p:nvSpPr>
        <p:spPr>
          <a:xfrm>
            <a:off x="10515600" y="4343400"/>
            <a:ext cx="3657600" cy="342900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6" name="Text Placeholder 5">
            <a:extLst>
              <a:ext uri="{FF2B5EF4-FFF2-40B4-BE49-F238E27FC236}">
                <a16:creationId xmlns:a16="http://schemas.microsoft.com/office/drawing/2014/main" id="{CE93B472-4A32-7C41-A565-485FDC3EB832}"/>
              </a:ext>
            </a:extLst>
          </p:cNvPr>
          <p:cNvSpPr>
            <a:spLocks noGrp="1"/>
          </p:cNvSpPr>
          <p:nvPr>
            <p:ph type="body" sz="quarter" idx="14" hasCustomPrompt="1"/>
          </p:nvPr>
        </p:nvSpPr>
        <p:spPr>
          <a:xfrm>
            <a:off x="6400800" y="2971800"/>
            <a:ext cx="36576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3" name="Text Placeholder 5">
            <a:extLst>
              <a:ext uri="{FF2B5EF4-FFF2-40B4-BE49-F238E27FC236}">
                <a16:creationId xmlns:a16="http://schemas.microsoft.com/office/drawing/2014/main" id="{19F7807A-D120-BD49-9CBD-9174F26D7982}"/>
              </a:ext>
            </a:extLst>
          </p:cNvPr>
          <p:cNvSpPr>
            <a:spLocks noGrp="1"/>
          </p:cNvSpPr>
          <p:nvPr>
            <p:ph type="body" sz="quarter" idx="15" hasCustomPrompt="1"/>
          </p:nvPr>
        </p:nvSpPr>
        <p:spPr>
          <a:xfrm>
            <a:off x="6400800" y="6858000"/>
            <a:ext cx="36576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4" name="Text Placeholder 5">
            <a:extLst>
              <a:ext uri="{FF2B5EF4-FFF2-40B4-BE49-F238E27FC236}">
                <a16:creationId xmlns:a16="http://schemas.microsoft.com/office/drawing/2014/main" id="{08ED17FC-CAF8-9A40-9A88-897DEF9CFEA0}"/>
              </a:ext>
            </a:extLst>
          </p:cNvPr>
          <p:cNvSpPr>
            <a:spLocks noGrp="1"/>
          </p:cNvSpPr>
          <p:nvPr>
            <p:ph type="body" sz="quarter" idx="16" hasCustomPrompt="1"/>
          </p:nvPr>
        </p:nvSpPr>
        <p:spPr>
          <a:xfrm>
            <a:off x="10515600" y="2971800"/>
            <a:ext cx="36576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5" name="Text Placeholder 5">
            <a:extLst>
              <a:ext uri="{FF2B5EF4-FFF2-40B4-BE49-F238E27FC236}">
                <a16:creationId xmlns:a16="http://schemas.microsoft.com/office/drawing/2014/main" id="{4A16FA60-8BA9-8B4A-86AA-F8336C26C78B}"/>
              </a:ext>
            </a:extLst>
          </p:cNvPr>
          <p:cNvSpPr>
            <a:spLocks noGrp="1"/>
          </p:cNvSpPr>
          <p:nvPr>
            <p:ph type="body" sz="quarter" idx="17" hasCustomPrompt="1"/>
          </p:nvPr>
        </p:nvSpPr>
        <p:spPr>
          <a:xfrm>
            <a:off x="10515600" y="6858000"/>
            <a:ext cx="3657600" cy="9144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8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6" name="Slide Number Placeholder 3">
            <a:extLst>
              <a:ext uri="{FF2B5EF4-FFF2-40B4-BE49-F238E27FC236}">
                <a16:creationId xmlns:a16="http://schemas.microsoft.com/office/drawing/2014/main" id="{7DC2EC3E-C641-FD49-9F15-878B1AFFFD98}"/>
              </a:ext>
            </a:extLst>
          </p:cNvPr>
          <p:cNvSpPr>
            <a:spLocks noGrp="1"/>
          </p:cNvSpPr>
          <p:nvPr>
            <p:ph type="sldNum" sz="quarter" idx="18"/>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19" name="Title 1">
            <a:extLst>
              <a:ext uri="{FF2B5EF4-FFF2-40B4-BE49-F238E27FC236}">
                <a16:creationId xmlns:a16="http://schemas.microsoft.com/office/drawing/2014/main" id="{3648737A-DE0E-48DB-87F0-65418715CF88}"/>
              </a:ext>
            </a:extLst>
          </p:cNvPr>
          <p:cNvSpPr>
            <a:spLocks noGrp="1"/>
          </p:cNvSpPr>
          <p:nvPr>
            <p:ph type="title" hasCustomPrompt="1"/>
          </p:nvPr>
        </p:nvSpPr>
        <p:spPr>
          <a:xfrm>
            <a:off x="1371599" y="2295525"/>
            <a:ext cx="4572001" cy="1590675"/>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
        <p:nvSpPr>
          <p:cNvPr id="21" name="Content Placeholder 13">
            <a:extLst>
              <a:ext uri="{FF2B5EF4-FFF2-40B4-BE49-F238E27FC236}">
                <a16:creationId xmlns:a16="http://schemas.microsoft.com/office/drawing/2014/main" id="{97DA340F-6103-4F2C-B3B8-8D8A524DC19C}"/>
              </a:ext>
            </a:extLst>
          </p:cNvPr>
          <p:cNvSpPr>
            <a:spLocks noGrp="1"/>
          </p:cNvSpPr>
          <p:nvPr>
            <p:ph sz="quarter" idx="21"/>
          </p:nvPr>
        </p:nvSpPr>
        <p:spPr>
          <a:xfrm>
            <a:off x="1394459" y="4373033"/>
            <a:ext cx="4572000" cy="3429000"/>
          </a:xfrm>
          <a:prstGeom prst="rect">
            <a:avLst/>
          </a:prstGeom>
        </p:spPr>
        <p:txBody>
          <a:bodyPr/>
          <a:lstStyle>
            <a:lvl1pPr>
              <a:defRPr sz="2800"/>
            </a:lvl1pPr>
            <a:lvl2pPr marL="822960" indent="-274320">
              <a:buFont typeface="Wingdings" panose="05000000000000000000" pitchFamily="2" charset="2"/>
              <a:buChar char="§"/>
              <a:defRPr sz="2400"/>
            </a:lvl2pPr>
            <a:lvl3pPr marL="1371600" indent="-274320">
              <a:buFont typeface="Wingdings" panose="05000000000000000000" pitchFamily="2" charset="2"/>
              <a:buChar char="ü"/>
              <a:defRPr sz="2000"/>
            </a:lvl3pPr>
            <a:lvl4pPr>
              <a:defRPr sz="1800"/>
            </a:lvl4pPr>
            <a:lvl5pPr marL="2468880" indent="-274320">
              <a:buFont typeface="Wingdings" panose="05000000000000000000" pitchFamily="2" charset="2"/>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Date Placeholder 1">
            <a:extLst>
              <a:ext uri="{FF2B5EF4-FFF2-40B4-BE49-F238E27FC236}">
                <a16:creationId xmlns:a16="http://schemas.microsoft.com/office/drawing/2014/main" id="{EE384947-F0AD-4E73-95AD-CAD4DEE44608}"/>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6/3/2025</a:t>
            </a:fld>
            <a:endParaRPr lang="en-US"/>
          </a:p>
        </p:txBody>
      </p:sp>
      <p:sp>
        <p:nvSpPr>
          <p:cNvPr id="26" name="Footer Placeholder 2">
            <a:extLst>
              <a:ext uri="{FF2B5EF4-FFF2-40B4-BE49-F238E27FC236}">
                <a16:creationId xmlns:a16="http://schemas.microsoft.com/office/drawing/2014/main" id="{8259C4D6-850D-4393-9434-3F69451FBF8E}"/>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4109323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Picture Grid with Subhea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3DEE2FC3-856F-2F4B-A52D-94189159AC19}"/>
              </a:ext>
            </a:extLst>
          </p:cNvPr>
          <p:cNvSpPr>
            <a:spLocks noGrp="1"/>
          </p:cNvSpPr>
          <p:nvPr>
            <p:ph type="pic" sz="quarter" idx="10"/>
          </p:nvPr>
        </p:nvSpPr>
        <p:spPr>
          <a:xfrm>
            <a:off x="1371600" y="539496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1" name="Picture Placeholder 2">
            <a:extLst>
              <a:ext uri="{FF2B5EF4-FFF2-40B4-BE49-F238E27FC236}">
                <a16:creationId xmlns:a16="http://schemas.microsoft.com/office/drawing/2014/main" id="{FE341CF1-EFF3-A64D-A9D4-B96C8CD8F301}"/>
              </a:ext>
            </a:extLst>
          </p:cNvPr>
          <p:cNvSpPr>
            <a:spLocks noGrp="1"/>
          </p:cNvSpPr>
          <p:nvPr>
            <p:ph type="pic" sz="quarter" idx="11"/>
          </p:nvPr>
        </p:nvSpPr>
        <p:spPr>
          <a:xfrm>
            <a:off x="1371600" y="274320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3" name="Picture Placeholder 2">
            <a:extLst>
              <a:ext uri="{FF2B5EF4-FFF2-40B4-BE49-F238E27FC236}">
                <a16:creationId xmlns:a16="http://schemas.microsoft.com/office/drawing/2014/main" id="{D0629C78-28FC-874B-96C1-DFAAFF975DEC}"/>
              </a:ext>
            </a:extLst>
          </p:cNvPr>
          <p:cNvSpPr>
            <a:spLocks noGrp="1"/>
          </p:cNvSpPr>
          <p:nvPr>
            <p:ph type="pic" sz="quarter" idx="12"/>
          </p:nvPr>
        </p:nvSpPr>
        <p:spPr>
          <a:xfrm>
            <a:off x="5737860" y="539496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4" name="Picture Placeholder 2">
            <a:extLst>
              <a:ext uri="{FF2B5EF4-FFF2-40B4-BE49-F238E27FC236}">
                <a16:creationId xmlns:a16="http://schemas.microsoft.com/office/drawing/2014/main" id="{5089EEED-3863-BD48-BCCB-4D264015DA60}"/>
              </a:ext>
            </a:extLst>
          </p:cNvPr>
          <p:cNvSpPr>
            <a:spLocks noGrp="1"/>
          </p:cNvSpPr>
          <p:nvPr>
            <p:ph type="pic" sz="quarter" idx="13"/>
          </p:nvPr>
        </p:nvSpPr>
        <p:spPr>
          <a:xfrm>
            <a:off x="5737860" y="274320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5" name="Picture Placeholder 2">
            <a:extLst>
              <a:ext uri="{FF2B5EF4-FFF2-40B4-BE49-F238E27FC236}">
                <a16:creationId xmlns:a16="http://schemas.microsoft.com/office/drawing/2014/main" id="{EEF5B44F-191D-F44D-8AB3-0B9E4AF4B4E2}"/>
              </a:ext>
            </a:extLst>
          </p:cNvPr>
          <p:cNvSpPr>
            <a:spLocks noGrp="1"/>
          </p:cNvSpPr>
          <p:nvPr>
            <p:ph type="pic" sz="quarter" idx="14"/>
          </p:nvPr>
        </p:nvSpPr>
        <p:spPr>
          <a:xfrm>
            <a:off x="10104120" y="539496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6" name="Picture Placeholder 2">
            <a:extLst>
              <a:ext uri="{FF2B5EF4-FFF2-40B4-BE49-F238E27FC236}">
                <a16:creationId xmlns:a16="http://schemas.microsoft.com/office/drawing/2014/main" id="{A26442AE-D905-374C-9CB4-1A1F44C08C61}"/>
              </a:ext>
            </a:extLst>
          </p:cNvPr>
          <p:cNvSpPr>
            <a:spLocks noGrp="1"/>
          </p:cNvSpPr>
          <p:nvPr>
            <p:ph type="pic" sz="quarter" idx="15"/>
          </p:nvPr>
        </p:nvSpPr>
        <p:spPr>
          <a:xfrm>
            <a:off x="10104120" y="2743200"/>
            <a:ext cx="4069080" cy="2377440"/>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7" name="Text Placeholder 5">
            <a:extLst>
              <a:ext uri="{FF2B5EF4-FFF2-40B4-BE49-F238E27FC236}">
                <a16:creationId xmlns:a16="http://schemas.microsoft.com/office/drawing/2014/main" id="{CEBE105C-2ECB-0B46-923F-378B0A5AEBCB}"/>
              </a:ext>
            </a:extLst>
          </p:cNvPr>
          <p:cNvSpPr>
            <a:spLocks noGrp="1"/>
          </p:cNvSpPr>
          <p:nvPr>
            <p:ph type="body" sz="quarter" idx="16" hasCustomPrompt="1"/>
          </p:nvPr>
        </p:nvSpPr>
        <p:spPr>
          <a:xfrm>
            <a:off x="1371600" y="429768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9" name="Text Placeholder 5">
            <a:extLst>
              <a:ext uri="{FF2B5EF4-FFF2-40B4-BE49-F238E27FC236}">
                <a16:creationId xmlns:a16="http://schemas.microsoft.com/office/drawing/2014/main" id="{8B0900D4-1543-834B-AE27-9A72FD91B398}"/>
              </a:ext>
            </a:extLst>
          </p:cNvPr>
          <p:cNvSpPr>
            <a:spLocks noGrp="1"/>
          </p:cNvSpPr>
          <p:nvPr>
            <p:ph type="body" sz="quarter" idx="17" hasCustomPrompt="1"/>
          </p:nvPr>
        </p:nvSpPr>
        <p:spPr>
          <a:xfrm>
            <a:off x="137160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0" name="Text Placeholder 5">
            <a:extLst>
              <a:ext uri="{FF2B5EF4-FFF2-40B4-BE49-F238E27FC236}">
                <a16:creationId xmlns:a16="http://schemas.microsoft.com/office/drawing/2014/main" id="{F64FB6B4-B0C6-5949-9F2B-7BCB7B207394}"/>
              </a:ext>
            </a:extLst>
          </p:cNvPr>
          <p:cNvSpPr>
            <a:spLocks noGrp="1"/>
          </p:cNvSpPr>
          <p:nvPr>
            <p:ph type="body" sz="quarter" idx="18" hasCustomPrompt="1"/>
          </p:nvPr>
        </p:nvSpPr>
        <p:spPr>
          <a:xfrm>
            <a:off x="5737860" y="429768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1" name="Text Placeholder 5">
            <a:extLst>
              <a:ext uri="{FF2B5EF4-FFF2-40B4-BE49-F238E27FC236}">
                <a16:creationId xmlns:a16="http://schemas.microsoft.com/office/drawing/2014/main" id="{8FDD81E0-346D-A544-A838-A6991588AE4C}"/>
              </a:ext>
            </a:extLst>
          </p:cNvPr>
          <p:cNvSpPr>
            <a:spLocks noGrp="1"/>
          </p:cNvSpPr>
          <p:nvPr>
            <p:ph type="body" sz="quarter" idx="19" hasCustomPrompt="1"/>
          </p:nvPr>
        </p:nvSpPr>
        <p:spPr>
          <a:xfrm>
            <a:off x="573786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2" name="Text Placeholder 5">
            <a:extLst>
              <a:ext uri="{FF2B5EF4-FFF2-40B4-BE49-F238E27FC236}">
                <a16:creationId xmlns:a16="http://schemas.microsoft.com/office/drawing/2014/main" id="{CDB91CB5-0E93-FA44-9508-60493542C74C}"/>
              </a:ext>
            </a:extLst>
          </p:cNvPr>
          <p:cNvSpPr>
            <a:spLocks noGrp="1"/>
          </p:cNvSpPr>
          <p:nvPr>
            <p:ph type="body" sz="quarter" idx="20" hasCustomPrompt="1"/>
          </p:nvPr>
        </p:nvSpPr>
        <p:spPr>
          <a:xfrm>
            <a:off x="10104120" y="429768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3" name="Text Placeholder 5">
            <a:extLst>
              <a:ext uri="{FF2B5EF4-FFF2-40B4-BE49-F238E27FC236}">
                <a16:creationId xmlns:a16="http://schemas.microsoft.com/office/drawing/2014/main" id="{92F736B8-F799-F047-BE4E-297E64A7549C}"/>
              </a:ext>
            </a:extLst>
          </p:cNvPr>
          <p:cNvSpPr>
            <a:spLocks noGrp="1"/>
          </p:cNvSpPr>
          <p:nvPr>
            <p:ph type="body" sz="quarter" idx="21" hasCustomPrompt="1"/>
          </p:nvPr>
        </p:nvSpPr>
        <p:spPr>
          <a:xfrm>
            <a:off x="1010412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4" name="Slide Number Placeholder 3">
            <a:extLst>
              <a:ext uri="{FF2B5EF4-FFF2-40B4-BE49-F238E27FC236}">
                <a16:creationId xmlns:a16="http://schemas.microsoft.com/office/drawing/2014/main" id="{183198DF-9C78-DD40-9CE1-2BC11B888821}"/>
              </a:ext>
            </a:extLst>
          </p:cNvPr>
          <p:cNvSpPr>
            <a:spLocks noGrp="1"/>
          </p:cNvSpPr>
          <p:nvPr>
            <p:ph type="sldNum" sz="quarter" idx="2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26" name="Title 1">
            <a:extLst>
              <a:ext uri="{FF2B5EF4-FFF2-40B4-BE49-F238E27FC236}">
                <a16:creationId xmlns:a16="http://schemas.microsoft.com/office/drawing/2014/main" id="{BE0A6ECC-C9D0-4240-B978-69D09F2C9936}"/>
              </a:ext>
            </a:extLst>
          </p:cNvPr>
          <p:cNvSpPr>
            <a:spLocks noGrp="1"/>
          </p:cNvSpPr>
          <p:nvPr>
            <p:ph type="title" hasCustomPrompt="1"/>
          </p:nvPr>
        </p:nvSpPr>
        <p:spPr>
          <a:xfrm>
            <a:off x="3200400" y="270933"/>
            <a:ext cx="10972800" cy="1310979"/>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
        <p:nvSpPr>
          <p:cNvPr id="30" name="Date Placeholder 1">
            <a:extLst>
              <a:ext uri="{FF2B5EF4-FFF2-40B4-BE49-F238E27FC236}">
                <a16:creationId xmlns:a16="http://schemas.microsoft.com/office/drawing/2014/main" id="{E4CF0CE7-333F-4604-B518-6F7EE2AA82D5}"/>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6/3/2025</a:t>
            </a:fld>
            <a:endParaRPr lang="en-US"/>
          </a:p>
        </p:txBody>
      </p:sp>
      <p:sp>
        <p:nvSpPr>
          <p:cNvPr id="31" name="Footer Placeholder 2">
            <a:extLst>
              <a:ext uri="{FF2B5EF4-FFF2-40B4-BE49-F238E27FC236}">
                <a16:creationId xmlns:a16="http://schemas.microsoft.com/office/drawing/2014/main" id="{21303C4E-FB0C-4A46-BF34-C99D885AA3B1}"/>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32" name="Content Placeholder 4">
            <a:extLst>
              <a:ext uri="{FF2B5EF4-FFF2-40B4-BE49-F238E27FC236}">
                <a16:creationId xmlns:a16="http://schemas.microsoft.com/office/drawing/2014/main" id="{C14080C3-5390-4F4E-9C88-2C080B5CE5D9}"/>
              </a:ext>
            </a:extLst>
          </p:cNvPr>
          <p:cNvSpPr>
            <a:spLocks noGrp="1"/>
          </p:cNvSpPr>
          <p:nvPr>
            <p:ph sz="quarter" idx="24"/>
          </p:nvPr>
        </p:nvSpPr>
        <p:spPr>
          <a:xfrm>
            <a:off x="1371600" y="2194560"/>
            <a:ext cx="12801600" cy="525886"/>
          </a:xfrm>
          <a:prstGeom prst="rect">
            <a:avLst/>
          </a:prstGeom>
        </p:spPr>
        <p:txBody>
          <a:bodyPr/>
          <a:lstStyle>
            <a:lvl1pPr>
              <a:defRPr sz="2800">
                <a:latin typeface="Arial" panose="020B0604020202020204" pitchFamily="34" charset="0"/>
                <a:cs typeface="Arial" panose="020B0604020202020204" pitchFamily="34" charset="0"/>
              </a:defRPr>
            </a:lvl1pPr>
            <a:lvl2pPr marL="822960" indent="-274320">
              <a:buFont typeface="Wingdings" panose="05000000000000000000" pitchFamily="2" charset="2"/>
              <a:buChar char="§"/>
              <a:defRPr sz="2400">
                <a:latin typeface="Arial" panose="020B0604020202020204" pitchFamily="34" charset="0"/>
                <a:cs typeface="Arial" panose="020B0604020202020204" pitchFamily="34" charset="0"/>
              </a:defRPr>
            </a:lvl2pPr>
            <a:lvl3pPr marL="1371600" indent="-274320">
              <a:buFont typeface="Wingdings" panose="05000000000000000000" pitchFamily="2" charset="2"/>
              <a:buChar char="ü"/>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marL="2468880" indent="-274320">
              <a:buFont typeface="Wingdings" panose="05000000000000000000" pitchFamily="2" charset="2"/>
              <a:buChar char="§"/>
              <a:defRPr sz="1600">
                <a:latin typeface="Arial" panose="020B0604020202020204" pitchFamily="34" charset="0"/>
                <a:cs typeface="Arial" panose="020B0604020202020204" pitchFamily="34" charset="0"/>
              </a:defRPr>
            </a:lvl5pPr>
          </a:lstStyle>
          <a:p>
            <a:pPr lvl="0"/>
            <a:r>
              <a:rPr lang="en-US"/>
              <a:t>Click to edit Master text styles</a:t>
            </a:r>
          </a:p>
        </p:txBody>
      </p:sp>
    </p:spTree>
    <p:extLst>
      <p:ext uri="{BB962C8B-B14F-4D97-AF65-F5344CB8AC3E}">
        <p14:creationId xmlns:p14="http://schemas.microsoft.com/office/powerpoint/2010/main" val="29500813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Picture Gri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3DEE2FC3-856F-2F4B-A52D-94189159AC19}"/>
              </a:ext>
            </a:extLst>
          </p:cNvPr>
          <p:cNvSpPr>
            <a:spLocks noGrp="1"/>
          </p:cNvSpPr>
          <p:nvPr>
            <p:ph type="pic" sz="quarter" idx="10"/>
          </p:nvPr>
        </p:nvSpPr>
        <p:spPr>
          <a:xfrm>
            <a:off x="1371600" y="5060515"/>
            <a:ext cx="4069080" cy="2711885"/>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1" name="Picture Placeholder 2">
            <a:extLst>
              <a:ext uri="{FF2B5EF4-FFF2-40B4-BE49-F238E27FC236}">
                <a16:creationId xmlns:a16="http://schemas.microsoft.com/office/drawing/2014/main" id="{FE341CF1-EFF3-A64D-A9D4-B96C8CD8F301}"/>
              </a:ext>
            </a:extLst>
          </p:cNvPr>
          <p:cNvSpPr>
            <a:spLocks noGrp="1"/>
          </p:cNvSpPr>
          <p:nvPr>
            <p:ph type="pic" sz="quarter" idx="11"/>
          </p:nvPr>
        </p:nvSpPr>
        <p:spPr>
          <a:xfrm>
            <a:off x="1371600" y="2066544"/>
            <a:ext cx="4069080" cy="2715768"/>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3" name="Picture Placeholder 2">
            <a:extLst>
              <a:ext uri="{FF2B5EF4-FFF2-40B4-BE49-F238E27FC236}">
                <a16:creationId xmlns:a16="http://schemas.microsoft.com/office/drawing/2014/main" id="{D0629C78-28FC-874B-96C1-DFAAFF975DEC}"/>
              </a:ext>
            </a:extLst>
          </p:cNvPr>
          <p:cNvSpPr>
            <a:spLocks noGrp="1"/>
          </p:cNvSpPr>
          <p:nvPr>
            <p:ph type="pic" sz="quarter" idx="12"/>
          </p:nvPr>
        </p:nvSpPr>
        <p:spPr>
          <a:xfrm>
            <a:off x="5737860" y="5060515"/>
            <a:ext cx="4069080" cy="2711885"/>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4" name="Picture Placeholder 2">
            <a:extLst>
              <a:ext uri="{FF2B5EF4-FFF2-40B4-BE49-F238E27FC236}">
                <a16:creationId xmlns:a16="http://schemas.microsoft.com/office/drawing/2014/main" id="{5089EEED-3863-BD48-BCCB-4D264015DA60}"/>
              </a:ext>
            </a:extLst>
          </p:cNvPr>
          <p:cNvSpPr>
            <a:spLocks noGrp="1"/>
          </p:cNvSpPr>
          <p:nvPr>
            <p:ph type="pic" sz="quarter" idx="13"/>
          </p:nvPr>
        </p:nvSpPr>
        <p:spPr>
          <a:xfrm>
            <a:off x="5737860" y="2066544"/>
            <a:ext cx="4069080" cy="2715768"/>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5" name="Picture Placeholder 2">
            <a:extLst>
              <a:ext uri="{FF2B5EF4-FFF2-40B4-BE49-F238E27FC236}">
                <a16:creationId xmlns:a16="http://schemas.microsoft.com/office/drawing/2014/main" id="{EEF5B44F-191D-F44D-8AB3-0B9E4AF4B4E2}"/>
              </a:ext>
            </a:extLst>
          </p:cNvPr>
          <p:cNvSpPr>
            <a:spLocks noGrp="1"/>
          </p:cNvSpPr>
          <p:nvPr>
            <p:ph type="pic" sz="quarter" idx="14"/>
          </p:nvPr>
        </p:nvSpPr>
        <p:spPr>
          <a:xfrm>
            <a:off x="10104120" y="5060515"/>
            <a:ext cx="4069080" cy="2711885"/>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6" name="Picture Placeholder 2">
            <a:extLst>
              <a:ext uri="{FF2B5EF4-FFF2-40B4-BE49-F238E27FC236}">
                <a16:creationId xmlns:a16="http://schemas.microsoft.com/office/drawing/2014/main" id="{A26442AE-D905-374C-9CB4-1A1F44C08C61}"/>
              </a:ext>
            </a:extLst>
          </p:cNvPr>
          <p:cNvSpPr>
            <a:spLocks noGrp="1"/>
          </p:cNvSpPr>
          <p:nvPr>
            <p:ph type="pic" sz="quarter" idx="15"/>
          </p:nvPr>
        </p:nvSpPr>
        <p:spPr>
          <a:xfrm>
            <a:off x="10104120" y="2066544"/>
            <a:ext cx="4069080" cy="2715768"/>
          </a:xfrm>
          <a:prstGeom prst="rect">
            <a:avLst/>
          </a:prstGeom>
          <a:solidFill>
            <a:srgbClr val="B3B3B3"/>
          </a:solidFill>
        </p:spPr>
        <p:txBody>
          <a:bodyPr lIns="0" tIns="0" rIns="0" bIns="0" anchor="ctr" anchorCtr="0"/>
          <a:lstStyle>
            <a:lvl1pPr marL="0" indent="0" algn="ctr">
              <a:buNone/>
              <a:defRPr sz="18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7" name="Text Placeholder 5">
            <a:extLst>
              <a:ext uri="{FF2B5EF4-FFF2-40B4-BE49-F238E27FC236}">
                <a16:creationId xmlns:a16="http://schemas.microsoft.com/office/drawing/2014/main" id="{CEBE105C-2ECB-0B46-923F-378B0A5AEBCB}"/>
              </a:ext>
            </a:extLst>
          </p:cNvPr>
          <p:cNvSpPr>
            <a:spLocks noGrp="1"/>
          </p:cNvSpPr>
          <p:nvPr>
            <p:ph type="body" sz="quarter" idx="16" hasCustomPrompt="1"/>
          </p:nvPr>
        </p:nvSpPr>
        <p:spPr>
          <a:xfrm>
            <a:off x="1371600" y="3959352"/>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19" name="Text Placeholder 5">
            <a:extLst>
              <a:ext uri="{FF2B5EF4-FFF2-40B4-BE49-F238E27FC236}">
                <a16:creationId xmlns:a16="http://schemas.microsoft.com/office/drawing/2014/main" id="{8B0900D4-1543-834B-AE27-9A72FD91B398}"/>
              </a:ext>
            </a:extLst>
          </p:cNvPr>
          <p:cNvSpPr>
            <a:spLocks noGrp="1"/>
          </p:cNvSpPr>
          <p:nvPr>
            <p:ph type="body" sz="quarter" idx="17" hasCustomPrompt="1"/>
          </p:nvPr>
        </p:nvSpPr>
        <p:spPr>
          <a:xfrm>
            <a:off x="137160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0" name="Text Placeholder 5">
            <a:extLst>
              <a:ext uri="{FF2B5EF4-FFF2-40B4-BE49-F238E27FC236}">
                <a16:creationId xmlns:a16="http://schemas.microsoft.com/office/drawing/2014/main" id="{F64FB6B4-B0C6-5949-9F2B-7BCB7B207394}"/>
              </a:ext>
            </a:extLst>
          </p:cNvPr>
          <p:cNvSpPr>
            <a:spLocks noGrp="1"/>
          </p:cNvSpPr>
          <p:nvPr>
            <p:ph type="body" sz="quarter" idx="18" hasCustomPrompt="1"/>
          </p:nvPr>
        </p:nvSpPr>
        <p:spPr>
          <a:xfrm>
            <a:off x="5737860" y="3959352"/>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1" name="Text Placeholder 5">
            <a:extLst>
              <a:ext uri="{FF2B5EF4-FFF2-40B4-BE49-F238E27FC236}">
                <a16:creationId xmlns:a16="http://schemas.microsoft.com/office/drawing/2014/main" id="{8FDD81E0-346D-A544-A838-A6991588AE4C}"/>
              </a:ext>
            </a:extLst>
          </p:cNvPr>
          <p:cNvSpPr>
            <a:spLocks noGrp="1"/>
          </p:cNvSpPr>
          <p:nvPr>
            <p:ph type="body" sz="quarter" idx="19" hasCustomPrompt="1"/>
          </p:nvPr>
        </p:nvSpPr>
        <p:spPr>
          <a:xfrm>
            <a:off x="573786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2" name="Text Placeholder 5">
            <a:extLst>
              <a:ext uri="{FF2B5EF4-FFF2-40B4-BE49-F238E27FC236}">
                <a16:creationId xmlns:a16="http://schemas.microsoft.com/office/drawing/2014/main" id="{CDB91CB5-0E93-FA44-9508-60493542C74C}"/>
              </a:ext>
            </a:extLst>
          </p:cNvPr>
          <p:cNvSpPr>
            <a:spLocks noGrp="1"/>
          </p:cNvSpPr>
          <p:nvPr>
            <p:ph type="body" sz="quarter" idx="20" hasCustomPrompt="1"/>
          </p:nvPr>
        </p:nvSpPr>
        <p:spPr>
          <a:xfrm>
            <a:off x="10104120" y="3959352"/>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3" name="Text Placeholder 5">
            <a:extLst>
              <a:ext uri="{FF2B5EF4-FFF2-40B4-BE49-F238E27FC236}">
                <a16:creationId xmlns:a16="http://schemas.microsoft.com/office/drawing/2014/main" id="{92F736B8-F799-F047-BE4E-297E64A7549C}"/>
              </a:ext>
            </a:extLst>
          </p:cNvPr>
          <p:cNvSpPr>
            <a:spLocks noGrp="1"/>
          </p:cNvSpPr>
          <p:nvPr>
            <p:ph type="body" sz="quarter" idx="21" hasCustomPrompt="1"/>
          </p:nvPr>
        </p:nvSpPr>
        <p:spPr>
          <a:xfrm>
            <a:off x="10104120" y="6949440"/>
            <a:ext cx="4069080" cy="82296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548640" indent="0">
              <a:buNone/>
              <a:defRPr sz="1400">
                <a:latin typeface="Arial" panose="020B0604020202020204" pitchFamily="34" charset="0"/>
                <a:cs typeface="Arial" panose="020B0604020202020204" pitchFamily="34" charset="0"/>
              </a:defRPr>
            </a:lvl2pPr>
            <a:lvl3pPr marL="1097280" indent="0">
              <a:buNone/>
              <a:defRPr sz="1400">
                <a:latin typeface="Arial" panose="020B0604020202020204" pitchFamily="34" charset="0"/>
                <a:cs typeface="Arial" panose="020B0604020202020204" pitchFamily="34" charset="0"/>
              </a:defRPr>
            </a:lvl3pPr>
            <a:lvl4pPr marL="1645920" indent="0">
              <a:buNone/>
              <a:defRPr sz="1400">
                <a:latin typeface="Arial" panose="020B0604020202020204" pitchFamily="34" charset="0"/>
                <a:cs typeface="Arial" panose="020B0604020202020204" pitchFamily="34" charset="0"/>
              </a:defRPr>
            </a:lvl4pPr>
            <a:lvl5pPr marL="2194560" indent="0">
              <a:buNone/>
              <a:defRPr sz="1400">
                <a:latin typeface="Arial" panose="020B0604020202020204" pitchFamily="34" charset="0"/>
                <a:cs typeface="Arial" panose="020B0604020202020204" pitchFamily="34" charset="0"/>
              </a:defRPr>
            </a:lvl5pPr>
          </a:lstStyle>
          <a:p>
            <a:pPr lvl="0"/>
            <a:r>
              <a:rPr lang="en-US"/>
              <a:t>Click to insert image caption</a:t>
            </a:r>
          </a:p>
        </p:txBody>
      </p:sp>
      <p:sp>
        <p:nvSpPr>
          <p:cNvPr id="24" name="Slide Number Placeholder 3">
            <a:extLst>
              <a:ext uri="{FF2B5EF4-FFF2-40B4-BE49-F238E27FC236}">
                <a16:creationId xmlns:a16="http://schemas.microsoft.com/office/drawing/2014/main" id="{183198DF-9C78-DD40-9CE1-2BC11B888821}"/>
              </a:ext>
            </a:extLst>
          </p:cNvPr>
          <p:cNvSpPr>
            <a:spLocks noGrp="1"/>
          </p:cNvSpPr>
          <p:nvPr>
            <p:ph type="sldNum" sz="quarter" idx="2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28" name="Date Placeholder 1">
            <a:extLst>
              <a:ext uri="{FF2B5EF4-FFF2-40B4-BE49-F238E27FC236}">
                <a16:creationId xmlns:a16="http://schemas.microsoft.com/office/drawing/2014/main" id="{68F188F7-153E-49D5-8DFC-19025204703A}"/>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6/3/2025</a:t>
            </a:fld>
            <a:endParaRPr lang="en-US"/>
          </a:p>
        </p:txBody>
      </p:sp>
      <p:sp>
        <p:nvSpPr>
          <p:cNvPr id="29" name="Footer Placeholder 2">
            <a:extLst>
              <a:ext uri="{FF2B5EF4-FFF2-40B4-BE49-F238E27FC236}">
                <a16:creationId xmlns:a16="http://schemas.microsoft.com/office/drawing/2014/main" id="{578EF931-9BED-4D2C-8850-F588C3E36023}"/>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30" name="Title 1">
            <a:extLst>
              <a:ext uri="{FF2B5EF4-FFF2-40B4-BE49-F238E27FC236}">
                <a16:creationId xmlns:a16="http://schemas.microsoft.com/office/drawing/2014/main" id="{7B7AD090-7EA2-424E-A15B-B80A20326A1D}"/>
              </a:ext>
            </a:extLst>
          </p:cNvPr>
          <p:cNvSpPr>
            <a:spLocks noGrp="1"/>
          </p:cNvSpPr>
          <p:nvPr>
            <p:ph type="title" hasCustomPrompt="1"/>
          </p:nvPr>
        </p:nvSpPr>
        <p:spPr>
          <a:xfrm>
            <a:off x="3200400" y="270933"/>
            <a:ext cx="10972800" cy="1310979"/>
          </a:xfrm>
          <a:prstGeom prst="rect">
            <a:avLst/>
          </a:prstGeom>
        </p:spPr>
        <p:txBody>
          <a:bodyPr lIns="0" anchor="b"/>
          <a:lstStyle>
            <a:lvl1pPr>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Tree>
    <p:extLst>
      <p:ext uri="{BB962C8B-B14F-4D97-AF65-F5344CB8AC3E}">
        <p14:creationId xmlns:p14="http://schemas.microsoft.com/office/powerpoint/2010/main" val="4829235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D96EEDE-6486-774B-B0E3-751BBA42CE35}"/>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rgbClr val="B3B3B3"/>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6" name="Date Placeholder 1">
            <a:extLst>
              <a:ext uri="{FF2B5EF4-FFF2-40B4-BE49-F238E27FC236}">
                <a16:creationId xmlns:a16="http://schemas.microsoft.com/office/drawing/2014/main" id="{8F28E1ED-1888-403E-AAF0-8053EF9DF5EA}"/>
              </a:ext>
            </a:extLst>
          </p:cNvPr>
          <p:cNvSpPr>
            <a:spLocks noGrp="1"/>
          </p:cNvSpPr>
          <p:nvPr>
            <p:ph type="dt" sz="half" idx="2"/>
          </p:nvPr>
        </p:nvSpPr>
        <p:spPr>
          <a:xfrm>
            <a:off x="10703408" y="7795155"/>
            <a:ext cx="3108007" cy="434445"/>
          </a:xfrm>
          <a:prstGeom prst="rect">
            <a:avLst/>
          </a:prstGeom>
        </p:spPr>
        <p:txBody>
          <a:bodyPr vert="horz" lIns="91440" tIns="45720" rIns="91440" bIns="45720" rtlCol="0" anchor="ctr"/>
          <a:lstStyle>
            <a:lvl1pPr algn="r">
              <a:defRPr sz="1200">
                <a:solidFill>
                  <a:schemeClr val="tx1">
                    <a:tint val="75000"/>
                  </a:schemeClr>
                </a:solidFill>
              </a:defRPr>
            </a:lvl1pPr>
          </a:lstStyle>
          <a:p>
            <a:fld id="{9B7EE7B1-A6C1-4E39-8665-A73ED03F32E1}" type="datetimeFigureOut">
              <a:rPr lang="en-US" smtClean="0"/>
              <a:pPr/>
              <a:t>6/3/2025</a:t>
            </a:fld>
            <a:endParaRPr lang="en-US"/>
          </a:p>
        </p:txBody>
      </p:sp>
      <p:sp>
        <p:nvSpPr>
          <p:cNvPr id="7" name="Footer Placeholder 2">
            <a:extLst>
              <a:ext uri="{FF2B5EF4-FFF2-40B4-BE49-F238E27FC236}">
                <a16:creationId xmlns:a16="http://schemas.microsoft.com/office/drawing/2014/main" id="{227E8059-8EC0-42A2-8A9E-251427CDC055}"/>
              </a:ext>
            </a:extLst>
          </p:cNvPr>
          <p:cNvSpPr>
            <a:spLocks noGrp="1"/>
          </p:cNvSpPr>
          <p:nvPr>
            <p:ph type="ftr" sz="quarter" idx="3"/>
          </p:nvPr>
        </p:nvSpPr>
        <p:spPr>
          <a:xfrm>
            <a:off x="929246" y="7772400"/>
            <a:ext cx="12007821"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22691456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Thank You / Conclusion">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3994296" y="7772400"/>
            <a:ext cx="453223" cy="457200"/>
          </a:xfrm>
          <a:prstGeom prst="rect">
            <a:avLst/>
          </a:prstGeom>
        </p:spPr>
        <p:txBody>
          <a:bodyPr lIns="0" tIns="0" rIns="0" bIns="0" anchor="ctr" anchorCtr="0"/>
          <a:lstStyle>
            <a:lvl1pPr algn="r">
              <a:defRPr sz="1200">
                <a:solidFill>
                  <a:schemeClr val="bg1"/>
                </a:solidFill>
                <a:latin typeface="Arial" panose="020B0604020202020204" pitchFamily="34" charset="0"/>
                <a:cs typeface="Arial" panose="020B0604020202020204" pitchFamily="34" charset="0"/>
              </a:defRPr>
            </a:lvl1pPr>
          </a:lstStyle>
          <a:p>
            <a:fld id="{FE7A4BB3-E848-5A44-82DF-322201952CD8}" type="slidenum">
              <a:rPr lang="en-US" smtClean="0"/>
              <a:pPr/>
              <a:t>‹#›</a:t>
            </a:fld>
            <a:endParaRPr lang="en-US"/>
          </a:p>
        </p:txBody>
      </p:sp>
      <p:sp>
        <p:nvSpPr>
          <p:cNvPr id="6" name="TextBox 5">
            <a:extLst>
              <a:ext uri="{FF2B5EF4-FFF2-40B4-BE49-F238E27FC236}">
                <a16:creationId xmlns:a16="http://schemas.microsoft.com/office/drawing/2014/main" id="{D366D1A4-6DD7-B54C-AB7B-63074374BB93}"/>
              </a:ext>
            </a:extLst>
          </p:cNvPr>
          <p:cNvSpPr txBox="1"/>
          <p:nvPr userDrawn="1"/>
        </p:nvSpPr>
        <p:spPr>
          <a:xfrm>
            <a:off x="1371600" y="2057400"/>
            <a:ext cx="4572000" cy="5486400"/>
          </a:xfrm>
          <a:prstGeom prst="rect">
            <a:avLst/>
          </a:prstGeom>
          <a:noFill/>
        </p:spPr>
        <p:txBody>
          <a:bodyPr wrap="square" lIns="0" tIns="0" rIns="0" bIns="0" rtlCol="0" anchor="ctr" anchorCtr="0">
            <a:noAutofit/>
          </a:bodyPr>
          <a:lstStyle/>
          <a:p>
            <a:pPr>
              <a:lnSpc>
                <a:spcPct val="90000"/>
              </a:lnSpc>
            </a:pPr>
            <a:r>
              <a:rPr lang="en-US" sz="4800" b="1">
                <a:solidFill>
                  <a:schemeClr val="tx2"/>
                </a:solidFill>
                <a:latin typeface="Arial" panose="020B0604020202020204" pitchFamily="34" charset="0"/>
                <a:cs typeface="Arial" panose="020B0604020202020204" pitchFamily="34" charset="0"/>
              </a:rPr>
              <a:t>Thank you</a:t>
            </a:r>
          </a:p>
        </p:txBody>
      </p:sp>
      <p:sp>
        <p:nvSpPr>
          <p:cNvPr id="9" name="Footer Placeholder 2">
            <a:extLst>
              <a:ext uri="{FF2B5EF4-FFF2-40B4-BE49-F238E27FC236}">
                <a16:creationId xmlns:a16="http://schemas.microsoft.com/office/drawing/2014/main" id="{B62A8373-42F9-431F-865E-129CCA0046BE}"/>
              </a:ext>
            </a:extLst>
          </p:cNvPr>
          <p:cNvSpPr>
            <a:spLocks noGrp="1"/>
          </p:cNvSpPr>
          <p:nvPr>
            <p:ph type="ftr" sz="quarter" idx="3"/>
          </p:nvPr>
        </p:nvSpPr>
        <p:spPr>
          <a:xfrm>
            <a:off x="929247" y="7772400"/>
            <a:ext cx="5471554"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32417656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D96EEDE-6486-774B-B0E3-751BBA42CE35}"/>
              </a:ext>
            </a:extLst>
          </p:cNvPr>
          <p:cNvSpPr/>
          <p:nvPr userDrawn="1"/>
        </p:nvSpPr>
        <p:spPr>
          <a:xfrm>
            <a:off x="5029200" y="0"/>
            <a:ext cx="96012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7C1406DC-BAEC-4717-8F68-46C92F16638A}"/>
              </a:ext>
            </a:extLst>
          </p:cNvPr>
          <p:cNvSpPr>
            <a:spLocks noGrp="1"/>
          </p:cNvSpPr>
          <p:nvPr>
            <p:ph type="title" hasCustomPrompt="1"/>
          </p:nvPr>
        </p:nvSpPr>
        <p:spPr>
          <a:xfrm>
            <a:off x="2580290" y="3308423"/>
            <a:ext cx="10972800" cy="1310979"/>
          </a:xfrm>
          <a:prstGeom prst="rect">
            <a:avLst/>
          </a:prstGeom>
        </p:spPr>
        <p:txBody>
          <a:bodyPr lIns="0" anchor="b"/>
          <a:lstStyle>
            <a:lvl1pPr>
              <a:defRPr lang="en-US" sz="3600" b="1" kern="1200" dirty="0">
                <a:solidFill>
                  <a:srgbClr val="C8722E"/>
                </a:solidFill>
                <a:latin typeface="Arial" panose="020B0604020202020204" pitchFamily="34" charset="0"/>
                <a:ea typeface="+mn-ea"/>
                <a:cs typeface="Arial" panose="020B0604020202020204" pitchFamily="34" charset="0"/>
              </a:defRPr>
            </a:lvl1pPr>
          </a:lstStyle>
          <a:p>
            <a:r>
              <a:rPr lang="en-US"/>
              <a:t>Click to edit slide title</a:t>
            </a:r>
          </a:p>
        </p:txBody>
      </p:sp>
    </p:spTree>
    <p:extLst>
      <p:ext uri="{BB962C8B-B14F-4D97-AF65-F5344CB8AC3E}">
        <p14:creationId xmlns:p14="http://schemas.microsoft.com/office/powerpoint/2010/main" val="24502147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729221F-20F2-144C-A638-0A6C756C26C9}"/>
              </a:ext>
            </a:extLst>
          </p:cNvPr>
          <p:cNvSpPr/>
          <p:nvPr userDrawn="1"/>
        </p:nvSpPr>
        <p:spPr>
          <a:xfrm>
            <a:off x="914400" y="0"/>
            <a:ext cx="5486400" cy="82296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588D28A-E737-5049-8A98-3AC3A6EA2CDB}"/>
              </a:ext>
            </a:extLst>
          </p:cNvPr>
          <p:cNvPicPr>
            <a:picLocks noChangeAspect="1"/>
          </p:cNvPicPr>
          <p:nvPr userDrawn="1"/>
        </p:nvPicPr>
        <p:blipFill>
          <a:blip r:embed="rId13"/>
          <a:stretch>
            <a:fillRect/>
          </a:stretch>
        </p:blipFill>
        <p:spPr>
          <a:xfrm>
            <a:off x="1371600" y="237744"/>
            <a:ext cx="1280160" cy="1249224"/>
          </a:xfrm>
          <a:prstGeom prst="rect">
            <a:avLst/>
          </a:prstGeom>
        </p:spPr>
      </p:pic>
      <p:sp>
        <p:nvSpPr>
          <p:cNvPr id="3" name="Footer Placeholder 2">
            <a:extLst>
              <a:ext uri="{FF2B5EF4-FFF2-40B4-BE49-F238E27FC236}">
                <a16:creationId xmlns:a16="http://schemas.microsoft.com/office/drawing/2014/main" id="{5EEAA279-64AD-4C24-987C-D056E5350C46}"/>
              </a:ext>
            </a:extLst>
          </p:cNvPr>
          <p:cNvSpPr>
            <a:spLocks noGrp="1"/>
          </p:cNvSpPr>
          <p:nvPr>
            <p:ph type="ftr" sz="quarter" idx="3"/>
          </p:nvPr>
        </p:nvSpPr>
        <p:spPr>
          <a:xfrm>
            <a:off x="1189037" y="7627938"/>
            <a:ext cx="4937125"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647107024"/>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5" Type="http://schemas.openxmlformats.org/officeDocument/2006/relationships/image" Target="../media/image8.emf"/><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5" Type="http://schemas.openxmlformats.org/officeDocument/2006/relationships/image" Target="../media/image8.emf"/><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0.emf"/><Relationship Id="rId1" Type="http://schemas.openxmlformats.org/officeDocument/2006/relationships/slideLayout" Target="../slideLayouts/slideLayout4.xml"/><Relationship Id="rId4" Type="http://schemas.openxmlformats.org/officeDocument/2006/relationships/image" Target="../media/image11.wmf"/></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 Id="rId4" Type="http://schemas.openxmlformats.org/officeDocument/2006/relationships/hyperlink" Target="https://jgcri.github.io/gcamfaostat/"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hyperlink" Target="https://www.worldscientific.com/doi/abs/10.1142/S2010007817500129" TargetMode="External"/><Relationship Id="rId2" Type="http://schemas.openxmlformats.org/officeDocument/2006/relationships/image" Target="../media/image32.png"/><Relationship Id="rId1" Type="http://schemas.openxmlformats.org/officeDocument/2006/relationships/slideLayout" Target="../slideLayouts/slideLayout4.xml"/><Relationship Id="rId4" Type="http://schemas.openxmlformats.org/officeDocument/2006/relationships/hyperlink" Target="https://gcims.pnnl.gov/modeling/ambrosia-gcam-food-demand-model"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 Id="rId4" Type="http://schemas.openxmlformats.org/officeDocument/2006/relationships/hyperlink" Target="https://jgcri.github.io/gcamfaostat/"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jgcri.github.io/gcamfaostat/" TargetMode="External"/><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 Id="rId5" Type="http://schemas.openxmlformats.org/officeDocument/2006/relationships/hyperlink" Target="https://github.com/JGCRI/xanthos" TargetMode="External"/><Relationship Id="rId4" Type="http://schemas.openxmlformats.org/officeDocument/2006/relationships/image" Target="../media/image42.png"/></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https://github.com/JGCRI/superwell" TargetMode="Externa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4.xml.rels><?xml version="1.0" encoding="UTF-8" standalone="yes"?>
<Relationships xmlns="http://schemas.openxmlformats.org/package/2006/relationships"><Relationship Id="rId3" Type="http://schemas.openxmlformats.org/officeDocument/2006/relationships/hyperlink" Target="https://www.sciencedirect.com/science/article/abs/pii/S0309170812003028" TargetMode="External"/><Relationship Id="rId2" Type="http://schemas.openxmlformats.org/officeDocument/2006/relationships/hyperlink" Target="https://www.sciencedirect.com/science/article/abs/pii/S0040162513001169" TargetMode="External"/><Relationship Id="rId1" Type="http://schemas.openxmlformats.org/officeDocument/2006/relationships/slideLayout" Target="../slideLayouts/slideLayout4.xml"/><Relationship Id="rId6" Type="http://schemas.openxmlformats.org/officeDocument/2006/relationships/hyperlink" Target="https://www.circleofblue.org/wp-content/uploads/2010/08/Water-Requirements-for-Existing-and-Emerging-Thermoelectric-Technology.pdf" TargetMode="External"/><Relationship Id="rId5" Type="http://schemas.openxmlformats.org/officeDocument/2006/relationships/hyperlink" Target="https://www.nrel.gov/docs/fy11osti/50900.pdf" TargetMode="External"/><Relationship Id="rId4" Type="http://schemas.openxmlformats.org/officeDocument/2006/relationships/hyperlink" Target="https://www.sciencedirect.com/science/article/abs/pii/S1750583612003179" TargetMode="External"/></Relationships>
</file>

<file path=ppt/slides/_rels/slide55.xml.rels><?xml version="1.0" encoding="UTF-8" standalone="yes"?>
<Relationships xmlns="http://schemas.openxmlformats.org/package/2006/relationships"><Relationship Id="rId3" Type="http://schemas.openxmlformats.org/officeDocument/2006/relationships/hyperlink" Target="https://hess.copernicus.org/articles/15/1577/2011/hess-15-1577-2011.html" TargetMode="External"/><Relationship Id="rId2" Type="http://schemas.openxmlformats.org/officeDocument/2006/relationships/hyperlink" Target="https://www.sciencedirect.com/science/article/abs/pii/S0040162513001169" TargetMode="External"/><Relationship Id="rId1" Type="http://schemas.openxmlformats.org/officeDocument/2006/relationships/slideLayout" Target="../slideLayouts/slideLayout4.xml"/><Relationship Id="rId5" Type="http://schemas.openxmlformats.org/officeDocument/2006/relationships/hyperlink" Target="https://digitalcommons.unl.edu/cgi/viewcontent.cgi?article=1076&amp;context=wffdocs" TargetMode="External"/><Relationship Id="rId4" Type="http://schemas.openxmlformats.org/officeDocument/2006/relationships/hyperlink" Target="https://www.pik-potsdam.de/en/output/publications/pikreports/.files/pr104.pdf/view" TargetMode="External"/></Relationships>
</file>

<file path=ppt/slides/_rels/slide5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hyperlink" Target="mailto:Xin.Zhao@pnnl.gov" TargetMode="External"/><Relationship Id="rId2" Type="http://schemas.openxmlformats.org/officeDocument/2006/relationships/hyperlink" Target="mailto:Gokul.Iyer@pnnl.gov" TargetMode="External"/><Relationship Id="rId1" Type="http://schemas.openxmlformats.org/officeDocument/2006/relationships/slideLayout" Target="../slideLayouts/slideLayout1.xml"/><Relationship Id="rId5" Type="http://schemas.openxmlformats.org/officeDocument/2006/relationships/hyperlink" Target="https://jgcri.github.io/gcam_training/gcam.html" TargetMode="External"/><Relationship Id="rId4" Type="http://schemas.openxmlformats.org/officeDocument/2006/relationships/hyperlink" Target="mailto:Neal.Graham@pnnl.gov" TargetMode="External"/></Relationships>
</file>

<file path=ppt/slides/_rels/slide5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D0D9-1CAC-4FBD-8120-CBD5A07EB995}"/>
              </a:ext>
            </a:extLst>
          </p:cNvPr>
          <p:cNvSpPr>
            <a:spLocks noGrp="1"/>
          </p:cNvSpPr>
          <p:nvPr>
            <p:ph type="ctrTitle"/>
          </p:nvPr>
        </p:nvSpPr>
        <p:spPr>
          <a:xfrm>
            <a:off x="849085" y="2988874"/>
            <a:ext cx="5584372" cy="1828800"/>
          </a:xfrm>
        </p:spPr>
        <p:txBody>
          <a:bodyPr/>
          <a:lstStyle/>
          <a:p>
            <a:pPr algn="ctr"/>
            <a:r>
              <a:rPr lang="en-US"/>
              <a:t>GCAM Sectoral Modeling</a:t>
            </a:r>
            <a:br>
              <a:rPr lang="en-US"/>
            </a:br>
            <a:r>
              <a:rPr lang="en-US"/>
              <a:t> Overview</a:t>
            </a:r>
          </a:p>
        </p:txBody>
      </p:sp>
      <p:sp>
        <p:nvSpPr>
          <p:cNvPr id="7" name="Text Placeholder 6">
            <a:extLst>
              <a:ext uri="{FF2B5EF4-FFF2-40B4-BE49-F238E27FC236}">
                <a16:creationId xmlns:a16="http://schemas.microsoft.com/office/drawing/2014/main" id="{73D4A42D-9082-0B4A-A13A-237D7D2D9F17}"/>
              </a:ext>
            </a:extLst>
          </p:cNvPr>
          <p:cNvSpPr>
            <a:spLocks noGrp="1"/>
          </p:cNvSpPr>
          <p:nvPr>
            <p:ph type="body" sz="quarter" idx="10"/>
          </p:nvPr>
        </p:nvSpPr>
        <p:spPr>
          <a:xfrm>
            <a:off x="1212872" y="5571304"/>
            <a:ext cx="4572000" cy="1030676"/>
          </a:xfrm>
        </p:spPr>
        <p:txBody>
          <a:bodyPr wrap="none" lIns="0" tIns="0" rIns="0" bIns="0" anchor="t">
            <a:noAutofit/>
          </a:bodyPr>
          <a:lstStyle/>
          <a:p>
            <a:pPr algn="l"/>
            <a:r>
              <a:rPr lang="en-US" sz="1700">
                <a:latin typeface="Arial"/>
                <a:cs typeface="Arial"/>
              </a:rPr>
              <a:t>Neal Graham, </a:t>
            </a:r>
            <a:r>
              <a:rPr lang="en-US">
                <a:latin typeface="Arial"/>
                <a:cs typeface="Arial"/>
              </a:rPr>
              <a:t>Gokul Iyer, </a:t>
            </a:r>
            <a:r>
              <a:rPr lang="en-US" sz="1700">
                <a:latin typeface="Arial"/>
                <a:cs typeface="Arial"/>
              </a:rPr>
              <a:t>Xin Zhao</a:t>
            </a:r>
            <a:endParaRPr lang="en-US">
              <a:latin typeface="Arial"/>
              <a:cs typeface="Arial"/>
            </a:endParaRPr>
          </a:p>
          <a:p>
            <a:pPr algn="l"/>
            <a:r>
              <a:rPr lang="en-US">
                <a:latin typeface="Arial"/>
                <a:cs typeface="Arial"/>
              </a:rPr>
              <a:t>2025 GCAM Annual Meeting: Training Sessions</a:t>
            </a:r>
          </a:p>
          <a:p>
            <a:pPr algn="l"/>
            <a:r>
              <a:rPr lang="en-US">
                <a:latin typeface="Arial"/>
                <a:cs typeface="Arial"/>
              </a:rPr>
              <a:t>On Behalf of the PNNL GCAM Team</a:t>
            </a:r>
          </a:p>
        </p:txBody>
      </p:sp>
      <p:sp>
        <p:nvSpPr>
          <p:cNvPr id="6" name="Date Placeholder 5">
            <a:extLst>
              <a:ext uri="{FF2B5EF4-FFF2-40B4-BE49-F238E27FC236}">
                <a16:creationId xmlns:a16="http://schemas.microsoft.com/office/drawing/2014/main" id="{B8696A4F-5314-46CD-B205-CC2D44570D66}"/>
              </a:ext>
            </a:extLst>
          </p:cNvPr>
          <p:cNvSpPr>
            <a:spLocks noGrp="1"/>
          </p:cNvSpPr>
          <p:nvPr>
            <p:ph type="dt" sz="half" idx="2"/>
          </p:nvPr>
        </p:nvSpPr>
        <p:spPr/>
        <p:txBody>
          <a:bodyPr/>
          <a:lstStyle/>
          <a:p>
            <a:r>
              <a:rPr lang="en-US">
                <a:solidFill>
                  <a:schemeClr val="accent2"/>
                </a:solidFill>
              </a:rPr>
              <a:t>June 3, 2025</a:t>
            </a:r>
          </a:p>
        </p:txBody>
      </p:sp>
    </p:spTree>
    <p:extLst>
      <p:ext uri="{BB962C8B-B14F-4D97-AF65-F5344CB8AC3E}">
        <p14:creationId xmlns:p14="http://schemas.microsoft.com/office/powerpoint/2010/main" val="115215464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Session Outline</a:t>
            </a:r>
          </a:p>
        </p:txBody>
      </p:sp>
      <p:sp>
        <p:nvSpPr>
          <p:cNvPr id="3" name="Content Placeholder 2"/>
          <p:cNvSpPr>
            <a:spLocks noGrp="1"/>
          </p:cNvSpPr>
          <p:nvPr>
            <p:ph sz="quarter" idx="20"/>
          </p:nvPr>
        </p:nvSpPr>
        <p:spPr>
          <a:xfrm>
            <a:off x="1371600" y="1698171"/>
            <a:ext cx="12801600" cy="5845629"/>
          </a:xfrm>
        </p:spPr>
        <p:txBody>
          <a:bodyPr>
            <a:normAutofit/>
          </a:bodyPr>
          <a:lstStyle/>
          <a:p>
            <a:endParaRPr lang="en-US">
              <a:solidFill>
                <a:schemeClr val="accent2"/>
              </a:solidFill>
              <a:latin typeface="Arial"/>
              <a:cs typeface="Arial"/>
            </a:endParaRPr>
          </a:p>
          <a:p>
            <a:r>
              <a:rPr lang="en-US">
                <a:solidFill>
                  <a:schemeClr val="accent2"/>
                </a:solidFill>
                <a:latin typeface="Arial"/>
                <a:cs typeface="Arial"/>
              </a:rPr>
              <a:t>GCAM (Global Change Analysis Model) Basics</a:t>
            </a:r>
          </a:p>
          <a:p>
            <a:pPr lvl="1"/>
            <a:r>
              <a:rPr lang="en-US">
                <a:solidFill>
                  <a:schemeClr val="accent2"/>
                </a:solidFill>
                <a:latin typeface="Arial"/>
                <a:cs typeface="Arial"/>
              </a:rPr>
              <a:t>Coverage, Modeling Approach, Uses and Interpretation</a:t>
            </a:r>
          </a:p>
          <a:p>
            <a:endParaRPr lang="en-US">
              <a:solidFill>
                <a:schemeClr val="accent2"/>
              </a:solidFill>
              <a:latin typeface="Arial"/>
              <a:cs typeface="Arial"/>
            </a:endParaRPr>
          </a:p>
          <a:p>
            <a:r>
              <a:rPr lang="en-US">
                <a:solidFill>
                  <a:schemeClr val="accent2"/>
                </a:solidFill>
                <a:latin typeface="Arial"/>
                <a:cs typeface="Arial"/>
              </a:rPr>
              <a:t>GCAM Energy Sectors</a:t>
            </a:r>
          </a:p>
          <a:p>
            <a:endParaRPr lang="en-US">
              <a:solidFill>
                <a:schemeClr val="accent2"/>
              </a:solidFill>
              <a:latin typeface="Arial"/>
              <a:cs typeface="Arial"/>
            </a:endParaRPr>
          </a:p>
          <a:p>
            <a:r>
              <a:rPr lang="en-US">
                <a:solidFill>
                  <a:schemeClr val="accent2"/>
                </a:solidFill>
                <a:latin typeface="Arial"/>
                <a:cs typeface="Arial"/>
              </a:rPr>
              <a:t>GCAM Agriculture and Land Use Sectors </a:t>
            </a:r>
          </a:p>
          <a:p>
            <a:pPr lvl="1"/>
            <a:endParaRPr lang="en-US">
              <a:solidFill>
                <a:schemeClr val="accent2"/>
              </a:solidFill>
              <a:latin typeface="Arial"/>
              <a:cs typeface="Arial"/>
            </a:endParaRPr>
          </a:p>
          <a:p>
            <a:r>
              <a:rPr lang="en-US">
                <a:solidFill>
                  <a:schemeClr val="accent2"/>
                </a:solidFill>
                <a:latin typeface="Arial"/>
                <a:cs typeface="Arial"/>
              </a:rPr>
              <a:t>GCAM Water Sectors</a:t>
            </a:r>
          </a:p>
          <a:p>
            <a:endParaRPr lang="en-US">
              <a:solidFill>
                <a:schemeClr val="accent2"/>
              </a:solidFill>
              <a:latin typeface="Arial"/>
              <a:cs typeface="Arial"/>
            </a:endParaRPr>
          </a:p>
          <a:p>
            <a:endParaRPr lang="en-US">
              <a:solidFill>
                <a:schemeClr val="accent2"/>
              </a:solidFill>
              <a:latin typeface="Arial"/>
              <a:cs typeface="Arial"/>
            </a:endParaRPr>
          </a:p>
        </p:txBody>
      </p:sp>
    </p:spTree>
    <p:extLst>
      <p:ext uri="{BB962C8B-B14F-4D97-AF65-F5344CB8AC3E}">
        <p14:creationId xmlns:p14="http://schemas.microsoft.com/office/powerpoint/2010/main" val="308805877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5B58F-A456-4C4B-A215-5324F037F0F2}"/>
              </a:ext>
            </a:extLst>
          </p:cNvPr>
          <p:cNvSpPr>
            <a:spLocks noGrp="1"/>
          </p:cNvSpPr>
          <p:nvPr>
            <p:ph type="title"/>
          </p:nvPr>
        </p:nvSpPr>
        <p:spPr/>
        <p:txBody>
          <a:bodyPr/>
          <a:lstStyle/>
          <a:p>
            <a:r>
              <a:rPr lang="en-US"/>
              <a:t>GCAM explores the interactions among multiple human and Earth systems</a:t>
            </a:r>
            <a:endParaRPr lang="en-US" sz="2160" i="1">
              <a:solidFill>
                <a:schemeClr val="tx1">
                  <a:lumMod val="50000"/>
                </a:schemeClr>
              </a:solidFill>
            </a:endParaRPr>
          </a:p>
        </p:txBody>
      </p:sp>
      <p:sp>
        <p:nvSpPr>
          <p:cNvPr id="4" name="Content Placeholder 2">
            <a:extLst>
              <a:ext uri="{FF2B5EF4-FFF2-40B4-BE49-F238E27FC236}">
                <a16:creationId xmlns:a16="http://schemas.microsoft.com/office/drawing/2014/main" id="{590BA2DD-5803-6748-9582-1197718979F9}"/>
              </a:ext>
            </a:extLst>
          </p:cNvPr>
          <p:cNvSpPr txBox="1">
            <a:spLocks/>
          </p:cNvSpPr>
          <p:nvPr/>
        </p:nvSpPr>
        <p:spPr>
          <a:xfrm>
            <a:off x="1315505" y="2706504"/>
            <a:ext cx="6607293" cy="3805938"/>
          </a:xfrm>
        </p:spPr>
        <p:txBody>
          <a:bodyPr lIns="91440" tIns="45720" rIns="91440" bIns="45720" anchor="t"/>
          <a:lstStyle>
            <a:lvl1pPr marL="205740" indent="-205740" algn="l" defTabSz="822960" rtl="0" eaLnBrk="1" latinLnBrk="0" hangingPunct="1">
              <a:lnSpc>
                <a:spcPct val="90000"/>
              </a:lnSpc>
              <a:spcBef>
                <a:spcPts val="900"/>
              </a:spcBef>
              <a:buFont typeface="Arial" panose="020B0604020202020204" pitchFamily="34" charset="0"/>
              <a:buChar char="•"/>
              <a:defRPr sz="2520" kern="1200">
                <a:solidFill>
                  <a:schemeClr val="tx1"/>
                </a:solidFill>
                <a:latin typeface="+mn-lt"/>
                <a:ea typeface="+mn-ea"/>
                <a:cs typeface="+mn-cs"/>
              </a:defRPr>
            </a:lvl1pPr>
            <a:lvl2pPr marL="617220" indent="-205740" algn="l" defTabSz="822960" rtl="0" eaLnBrk="1" latinLnBrk="0" hangingPunct="1">
              <a:lnSpc>
                <a:spcPct val="90000"/>
              </a:lnSpc>
              <a:spcBef>
                <a:spcPts val="450"/>
              </a:spcBef>
              <a:buFont typeface="Arial" panose="020B0604020202020204" pitchFamily="34" charset="0"/>
              <a:buChar char="•"/>
              <a:defRPr sz="2160" kern="1200">
                <a:solidFill>
                  <a:schemeClr val="tx1"/>
                </a:solidFill>
                <a:latin typeface="+mn-lt"/>
                <a:ea typeface="+mn-ea"/>
                <a:cs typeface="+mn-cs"/>
              </a:defRPr>
            </a:lvl2pPr>
            <a:lvl3pPr marL="1028700" indent="-205740" algn="l" defTabSz="822960" rtl="0" eaLnBrk="1" latinLnBrk="0" hangingPunct="1">
              <a:lnSpc>
                <a:spcPct val="90000"/>
              </a:lnSpc>
              <a:spcBef>
                <a:spcPts val="450"/>
              </a:spcBef>
              <a:buFont typeface="Arial" panose="020B0604020202020204" pitchFamily="34" charset="0"/>
              <a:buChar char="•"/>
              <a:defRPr sz="1800" kern="1200">
                <a:solidFill>
                  <a:schemeClr val="tx1"/>
                </a:solidFill>
                <a:latin typeface="+mn-lt"/>
                <a:ea typeface="+mn-ea"/>
                <a:cs typeface="+mn-cs"/>
              </a:defRPr>
            </a:lvl3pPr>
            <a:lvl4pPr marL="14401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4pPr>
            <a:lvl5pPr marL="185166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5pPr>
            <a:lvl6pPr marL="226314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62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610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5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a:lstStyle>
          <a:p>
            <a:r>
              <a:rPr lang="en-US" sz="2800">
                <a:solidFill>
                  <a:srgbClr val="000000"/>
                </a:solidFill>
                <a:latin typeface="Arial"/>
                <a:cs typeface="Arial"/>
              </a:rPr>
              <a:t>GCAM economically and physically links long-term (to year 2100) Energy, Agriculture, Land, Water, and CO</a:t>
            </a:r>
            <a:r>
              <a:rPr lang="en-US" sz="2800" baseline="-25000">
                <a:solidFill>
                  <a:srgbClr val="000000"/>
                </a:solidFill>
                <a:latin typeface="Arial"/>
                <a:cs typeface="Arial"/>
              </a:rPr>
              <a:t>2</a:t>
            </a:r>
            <a:r>
              <a:rPr lang="en-US" sz="2800">
                <a:solidFill>
                  <a:srgbClr val="000000"/>
                </a:solidFill>
                <a:latin typeface="Arial"/>
                <a:cs typeface="Arial"/>
              </a:rPr>
              <a:t> and other GHG Emissions and air pollutants.</a:t>
            </a:r>
            <a:endParaRPr lang="en-US" sz="2800"/>
          </a:p>
          <a:p>
            <a:endParaRPr lang="en-US" sz="2800">
              <a:solidFill>
                <a:srgbClr val="000000"/>
              </a:solidFill>
              <a:latin typeface="Arial"/>
              <a:cs typeface="Arial"/>
            </a:endParaRPr>
          </a:p>
          <a:p>
            <a:r>
              <a:rPr lang="en-US" sz="2800">
                <a:solidFill>
                  <a:srgbClr val="000000"/>
                </a:solidFill>
                <a:latin typeface="Arial"/>
                <a:cs typeface="Arial"/>
              </a:rPr>
              <a:t>GCAM incorporates PNNL’s Hector, a Reduced Complexity Earth System Model for computation of atmospheric concentration results.</a:t>
            </a:r>
          </a:p>
          <a:p>
            <a:pPr marL="0" indent="0">
              <a:buNone/>
            </a:pPr>
            <a:endParaRPr lang="en-US" sz="2800" b="1">
              <a:solidFill>
                <a:srgbClr val="000000"/>
              </a:solidFill>
              <a:latin typeface="Arial"/>
              <a:cs typeface="Arial"/>
            </a:endParaRPr>
          </a:p>
          <a:p>
            <a:pPr marL="0" indent="0">
              <a:buNone/>
            </a:pPr>
            <a:endParaRPr lang="en-US" sz="2800" b="1">
              <a:solidFill>
                <a:srgbClr val="000000"/>
              </a:solidFill>
              <a:latin typeface="Arial"/>
              <a:cs typeface="Arial"/>
            </a:endParaRPr>
          </a:p>
          <a:p>
            <a:endParaRPr lang="en-US" altLang="en-US" sz="2800">
              <a:latin typeface="Arial"/>
              <a:cs typeface="Arial"/>
            </a:endParaRPr>
          </a:p>
        </p:txBody>
      </p:sp>
      <p:sp>
        <p:nvSpPr>
          <p:cNvPr id="7" name="TextBox 6">
            <a:extLst>
              <a:ext uri="{FF2B5EF4-FFF2-40B4-BE49-F238E27FC236}">
                <a16:creationId xmlns:a16="http://schemas.microsoft.com/office/drawing/2014/main" id="{4F1A39F9-57D5-F813-96C8-457D96B8DCD6}"/>
              </a:ext>
            </a:extLst>
          </p:cNvPr>
          <p:cNvSpPr txBox="1"/>
          <p:nvPr/>
        </p:nvSpPr>
        <p:spPr>
          <a:xfrm>
            <a:off x="10033535" y="1087921"/>
            <a:ext cx="3741317" cy="461665"/>
          </a:xfrm>
          <a:prstGeom prst="rect">
            <a:avLst/>
          </a:prstGeom>
          <a:noFill/>
        </p:spPr>
        <p:txBody>
          <a:bodyPr wrap="square" rtlCol="0">
            <a:spAutoFit/>
          </a:bodyPr>
          <a:lstStyle/>
          <a:p>
            <a:r>
              <a:rPr lang="en-US" sz="2400" b="1"/>
              <a:t>Global Coverage</a:t>
            </a:r>
          </a:p>
        </p:txBody>
      </p:sp>
      <p:pic>
        <p:nvPicPr>
          <p:cNvPr id="9" name="Picture 2" descr="C:\Users\d3a938\Documents\GCAM MiniCAM &amp; SGM\presentations\32RegGCAM.bmp">
            <a:extLst>
              <a:ext uri="{FF2B5EF4-FFF2-40B4-BE49-F238E27FC236}">
                <a16:creationId xmlns:a16="http://schemas.microsoft.com/office/drawing/2014/main" id="{FD6DD686-F98D-60FF-E2E9-797307265D4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812518" y="1671273"/>
            <a:ext cx="3187741" cy="1651822"/>
          </a:xfrm>
          <a:prstGeom prst="rect">
            <a:avLst/>
          </a:prstGeom>
          <a:ln>
            <a:solidFill>
              <a:schemeClr val="tx1"/>
            </a:solidFill>
          </a:ln>
          <a:effectLst>
            <a:outerShdw blurRad="292100" dist="139700" dir="2700000" algn="tl" rotWithShape="0">
              <a:srgbClr val="000000">
                <a:alpha val="65000"/>
              </a:srgbClr>
            </a:outerShdw>
          </a:effectLst>
          <a:extLst>
            <a:ext uri="{909E8E84-426E-40dd-AFC4-6F175D3DCCD1}">
              <a14:hiddenFill xmlns:a14="http://schemas.microsoft.com/office/drawing/2010/main" xmlns="">
                <a:solidFill>
                  <a:srgbClr val="FFFFFF"/>
                </a:solidFill>
              </a14:hiddenFill>
            </a:ext>
          </a:extLst>
        </p:spPr>
      </p:pic>
      <p:sp>
        <p:nvSpPr>
          <p:cNvPr id="11" name="TextBox 10">
            <a:extLst>
              <a:ext uri="{FF2B5EF4-FFF2-40B4-BE49-F238E27FC236}">
                <a16:creationId xmlns:a16="http://schemas.microsoft.com/office/drawing/2014/main" id="{42132F99-BF0B-8B8C-EDD7-D6C1C87855D4}"/>
              </a:ext>
            </a:extLst>
          </p:cNvPr>
          <p:cNvSpPr txBox="1"/>
          <p:nvPr/>
        </p:nvSpPr>
        <p:spPr>
          <a:xfrm>
            <a:off x="9508015" y="4963559"/>
            <a:ext cx="1182019" cy="822960"/>
          </a:xfrm>
          <a:prstGeom prst="rect">
            <a:avLst/>
          </a:prstGeom>
          <a:noFill/>
          <a:effectLst/>
        </p:spPr>
        <p:txBody>
          <a:bodyPr wrap="square" rtlCol="0" anchor="ctr" anchorCtr="0">
            <a:noAutofit/>
          </a:bodyPr>
          <a:lstStyle>
            <a:defPPr>
              <a:defRPr lang="en-US"/>
            </a:defPPr>
            <a:lvl1pPr algn="ctr" defTabSz="457200" fontAlgn="auto">
              <a:spcBef>
                <a:spcPts val="0"/>
              </a:spcBef>
              <a:spcAft>
                <a:spcPts val="0"/>
              </a:spcAft>
              <a:defRPr sz="1400" b="1">
                <a:solidFill>
                  <a:srgbClr val="000000"/>
                </a:solidFill>
                <a:latin typeface="Arial"/>
                <a:ea typeface="ＭＳ Ｐゴシック"/>
              </a:defRPr>
            </a:lvl1pPr>
          </a:lstStyle>
          <a:p>
            <a:pPr algn="l"/>
            <a:r>
              <a:rPr lang="en-US" sz="1680">
                <a:solidFill>
                  <a:schemeClr val="tx1"/>
                </a:solidFill>
              </a:rPr>
              <a:t>391 Land Regions</a:t>
            </a:r>
          </a:p>
        </p:txBody>
      </p:sp>
      <p:sp>
        <p:nvSpPr>
          <p:cNvPr id="14" name="TextBox 13">
            <a:extLst>
              <a:ext uri="{FF2B5EF4-FFF2-40B4-BE49-F238E27FC236}">
                <a16:creationId xmlns:a16="http://schemas.microsoft.com/office/drawing/2014/main" id="{DD9F7F69-EFE6-B8EC-52F8-92D58F2B614A}"/>
              </a:ext>
            </a:extLst>
          </p:cNvPr>
          <p:cNvSpPr txBox="1"/>
          <p:nvPr/>
        </p:nvSpPr>
        <p:spPr>
          <a:xfrm>
            <a:off x="8446848" y="2262662"/>
            <a:ext cx="1365670" cy="447966"/>
          </a:xfrm>
          <a:prstGeom prst="rect">
            <a:avLst/>
          </a:prstGeom>
          <a:noFill/>
          <a:effectLst/>
        </p:spPr>
        <p:txBody>
          <a:bodyPr wrap="square" rtlCol="0" anchor="ctr" anchorCtr="0">
            <a:noAutofit/>
          </a:bodyPr>
          <a:lstStyle/>
          <a:p>
            <a:pPr defTabSz="548640"/>
            <a:r>
              <a:rPr lang="en-US" sz="1680" b="1">
                <a:latin typeface="Arial"/>
                <a:ea typeface="ＭＳ Ｐゴシック"/>
              </a:rPr>
              <a:t>32 Energy &amp; Economy Regions</a:t>
            </a:r>
          </a:p>
        </p:txBody>
      </p:sp>
      <p:pic>
        <p:nvPicPr>
          <p:cNvPr id="16" name="Picture 15">
            <a:extLst>
              <a:ext uri="{FF2B5EF4-FFF2-40B4-BE49-F238E27FC236}">
                <a16:creationId xmlns:a16="http://schemas.microsoft.com/office/drawing/2014/main" id="{ECE5972D-0DC1-B8F3-364B-8FBB020DFF82}"/>
              </a:ext>
            </a:extLst>
          </p:cNvPr>
          <p:cNvPicPr>
            <a:picLocks noChangeAspect="1"/>
          </p:cNvPicPr>
          <p:nvPr/>
        </p:nvPicPr>
        <p:blipFill rotWithShape="1">
          <a:blip r:embed="rId3"/>
          <a:srcRect l="14300" t="43788" r="63588" b="26970"/>
          <a:stretch/>
        </p:blipFill>
        <p:spPr bwMode="auto">
          <a:xfrm>
            <a:off x="10385532" y="2925037"/>
            <a:ext cx="3187741" cy="1683668"/>
          </a:xfrm>
          <a:prstGeom prst="rect">
            <a:avLst/>
          </a:prstGeom>
          <a:ln>
            <a:solidFill>
              <a:schemeClr val="tx1"/>
            </a:solidFill>
          </a:ln>
          <a:effectLst>
            <a:outerShdw blurRad="292100" dist="139700" dir="2700000" algn="tl" rotWithShape="0">
              <a:srgbClr val="000000">
                <a:alpha val="65000"/>
              </a:srgbClr>
            </a:outerShdw>
          </a:effectLst>
          <a:extLst>
            <a:ext uri="{53640926-AAD7-44d8-BBD7-CCE9431645EC}">
              <a14:shadowObscured xmlns:a14="http://schemas.microsoft.com/office/drawing/2010/main" xmlns=""/>
            </a:ext>
          </a:extLst>
        </p:spPr>
      </p:pic>
      <p:sp>
        <p:nvSpPr>
          <p:cNvPr id="18" name="TextBox 17">
            <a:extLst>
              <a:ext uri="{FF2B5EF4-FFF2-40B4-BE49-F238E27FC236}">
                <a16:creationId xmlns:a16="http://schemas.microsoft.com/office/drawing/2014/main" id="{E126F9FE-2097-C60F-3659-9AC0E8A47C72}"/>
              </a:ext>
            </a:extLst>
          </p:cNvPr>
          <p:cNvSpPr txBox="1"/>
          <p:nvPr/>
        </p:nvSpPr>
        <p:spPr>
          <a:xfrm>
            <a:off x="8993419" y="3558281"/>
            <a:ext cx="1105606" cy="534246"/>
          </a:xfrm>
          <a:prstGeom prst="rect">
            <a:avLst/>
          </a:prstGeom>
          <a:noFill/>
          <a:effectLst/>
        </p:spPr>
        <p:txBody>
          <a:bodyPr wrap="square" rtlCol="0" anchor="ctr" anchorCtr="0">
            <a:noAutofit/>
          </a:bodyPr>
          <a:lstStyle>
            <a:defPPr>
              <a:defRPr lang="en-US"/>
            </a:defPPr>
            <a:lvl1pPr algn="ctr" defTabSz="457200" fontAlgn="auto">
              <a:spcBef>
                <a:spcPts val="0"/>
              </a:spcBef>
              <a:spcAft>
                <a:spcPts val="0"/>
              </a:spcAft>
              <a:defRPr sz="1400" b="1">
                <a:solidFill>
                  <a:srgbClr val="000000"/>
                </a:solidFill>
                <a:latin typeface="Arial"/>
                <a:ea typeface="ＭＳ Ｐゴシック"/>
              </a:defRPr>
            </a:lvl1pPr>
          </a:lstStyle>
          <a:p>
            <a:pPr algn="l"/>
            <a:r>
              <a:rPr lang="en-US" sz="1680">
                <a:solidFill>
                  <a:schemeClr val="tx1"/>
                </a:solidFill>
              </a:rPr>
              <a:t>235 Water Basins</a:t>
            </a:r>
          </a:p>
        </p:txBody>
      </p:sp>
      <p:pic>
        <p:nvPicPr>
          <p:cNvPr id="20" name="Picture 19">
            <a:extLst>
              <a:ext uri="{FF2B5EF4-FFF2-40B4-BE49-F238E27FC236}">
                <a16:creationId xmlns:a16="http://schemas.microsoft.com/office/drawing/2014/main" id="{CABFA868-BEE3-E60E-3D5E-1A1CF6045968}"/>
              </a:ext>
            </a:extLst>
          </p:cNvPr>
          <p:cNvPicPr>
            <a:picLocks noChangeAspect="1"/>
          </p:cNvPicPr>
          <p:nvPr/>
        </p:nvPicPr>
        <p:blipFill rotWithShape="1">
          <a:blip r:embed="rId4"/>
          <a:srcRect l="4025" t="8406" r="4025" b="22864"/>
          <a:stretch/>
        </p:blipFill>
        <p:spPr>
          <a:xfrm>
            <a:off x="10860120" y="4263102"/>
            <a:ext cx="3163511" cy="1650185"/>
          </a:xfrm>
          <a:prstGeom prst="rect">
            <a:avLst/>
          </a:prstGeom>
          <a:ln>
            <a:solidFill>
              <a:schemeClr val="tx1"/>
            </a:solidFill>
          </a:ln>
          <a:effectLst>
            <a:outerShdw blurRad="292100" dist="139700" dir="2700000" algn="ctr" rotWithShape="0">
              <a:srgbClr val="000000">
                <a:alpha val="65000"/>
              </a:srgbClr>
            </a:outerShdw>
          </a:effectLst>
        </p:spPr>
      </p:pic>
      <p:sp>
        <p:nvSpPr>
          <p:cNvPr id="22" name="Content Placeholder 2">
            <a:extLst>
              <a:ext uri="{FF2B5EF4-FFF2-40B4-BE49-F238E27FC236}">
                <a16:creationId xmlns:a16="http://schemas.microsoft.com/office/drawing/2014/main" id="{021916F8-528E-3ACC-856D-DDD636EEABB3}"/>
              </a:ext>
            </a:extLst>
          </p:cNvPr>
          <p:cNvSpPr txBox="1">
            <a:spLocks/>
          </p:cNvSpPr>
          <p:nvPr/>
        </p:nvSpPr>
        <p:spPr>
          <a:xfrm>
            <a:off x="9265311" y="6189378"/>
            <a:ext cx="5046040" cy="822960"/>
          </a:xfrm>
        </p:spPr>
        <p:txBody>
          <a:bodyPr/>
          <a:lstStyle>
            <a:lvl1pPr marL="205740" indent="-205740" algn="l" defTabSz="822960" rtl="0" eaLnBrk="1" latinLnBrk="0" hangingPunct="1">
              <a:lnSpc>
                <a:spcPct val="90000"/>
              </a:lnSpc>
              <a:spcBef>
                <a:spcPts val="900"/>
              </a:spcBef>
              <a:buFont typeface="Arial" panose="020B0604020202020204" pitchFamily="34" charset="0"/>
              <a:buChar char="•"/>
              <a:defRPr sz="2520" kern="1200">
                <a:solidFill>
                  <a:schemeClr val="tx1"/>
                </a:solidFill>
                <a:latin typeface="+mn-lt"/>
                <a:ea typeface="+mn-ea"/>
                <a:cs typeface="+mn-cs"/>
              </a:defRPr>
            </a:lvl1pPr>
            <a:lvl2pPr marL="617220" indent="-205740" algn="l" defTabSz="822960" rtl="0" eaLnBrk="1" latinLnBrk="0" hangingPunct="1">
              <a:lnSpc>
                <a:spcPct val="90000"/>
              </a:lnSpc>
              <a:spcBef>
                <a:spcPts val="450"/>
              </a:spcBef>
              <a:buFont typeface="Arial" panose="020B0604020202020204" pitchFamily="34" charset="0"/>
              <a:buChar char="•"/>
              <a:defRPr sz="2160" kern="1200">
                <a:solidFill>
                  <a:schemeClr val="tx1"/>
                </a:solidFill>
                <a:latin typeface="+mn-lt"/>
                <a:ea typeface="+mn-ea"/>
                <a:cs typeface="+mn-cs"/>
              </a:defRPr>
            </a:lvl2pPr>
            <a:lvl3pPr marL="1028700" indent="-205740" algn="l" defTabSz="822960" rtl="0" eaLnBrk="1" latinLnBrk="0" hangingPunct="1">
              <a:lnSpc>
                <a:spcPct val="90000"/>
              </a:lnSpc>
              <a:spcBef>
                <a:spcPts val="450"/>
              </a:spcBef>
              <a:buFont typeface="Arial" panose="020B0604020202020204" pitchFamily="34" charset="0"/>
              <a:buChar char="•"/>
              <a:defRPr sz="1800" kern="1200">
                <a:solidFill>
                  <a:schemeClr val="tx1"/>
                </a:solidFill>
                <a:latin typeface="+mn-lt"/>
                <a:ea typeface="+mn-ea"/>
                <a:cs typeface="+mn-cs"/>
              </a:defRPr>
            </a:lvl3pPr>
            <a:lvl4pPr marL="14401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4pPr>
            <a:lvl5pPr marL="185166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5pPr>
            <a:lvl6pPr marL="226314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62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610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5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a:lstStyle>
          <a:p>
            <a:r>
              <a:rPr lang="en-US" altLang="en-US" sz="2000">
                <a:solidFill>
                  <a:schemeClr val="tx1">
                    <a:lumMod val="50000"/>
                  </a:schemeClr>
                </a:solidFill>
                <a:latin typeface="Calibri (body)"/>
              </a:rPr>
              <a:t>32 Energy/Economic regions</a:t>
            </a:r>
          </a:p>
          <a:p>
            <a:r>
              <a:rPr lang="en-US" altLang="en-US" sz="2000">
                <a:solidFill>
                  <a:schemeClr val="tx1">
                    <a:lumMod val="50000"/>
                  </a:schemeClr>
                </a:solidFill>
                <a:latin typeface="Calibri (body)"/>
              </a:rPr>
              <a:t>391 Land regions based on water basins</a:t>
            </a:r>
          </a:p>
        </p:txBody>
      </p:sp>
      <p:sp>
        <p:nvSpPr>
          <p:cNvPr id="24" name="TextBox 23">
            <a:extLst>
              <a:ext uri="{FF2B5EF4-FFF2-40B4-BE49-F238E27FC236}">
                <a16:creationId xmlns:a16="http://schemas.microsoft.com/office/drawing/2014/main" id="{CF770346-3F7A-D1AE-5987-553BA0589602}"/>
              </a:ext>
            </a:extLst>
          </p:cNvPr>
          <p:cNvSpPr txBox="1"/>
          <p:nvPr/>
        </p:nvSpPr>
        <p:spPr>
          <a:xfrm>
            <a:off x="10244851" y="7686973"/>
            <a:ext cx="2553316" cy="323165"/>
          </a:xfrm>
          <a:prstGeom prst="rect">
            <a:avLst/>
          </a:prstGeom>
          <a:noFill/>
        </p:spPr>
        <p:txBody>
          <a:bodyPr wrap="square" rtlCol="0">
            <a:spAutoFit/>
          </a:bodyPr>
          <a:lstStyle/>
          <a:p>
            <a:pPr algn="ctr"/>
            <a:r>
              <a:rPr lang="en-US" sz="1500" b="1">
                <a:solidFill>
                  <a:schemeClr val="tx1">
                    <a:lumMod val="50000"/>
                  </a:schemeClr>
                </a:solidFill>
                <a:latin typeface="Helvetica" pitchFamily="2" charset="0"/>
              </a:rPr>
              <a:t>GCAM-USA (50 State)</a:t>
            </a:r>
          </a:p>
        </p:txBody>
      </p:sp>
      <p:pic>
        <p:nvPicPr>
          <p:cNvPr id="26" name="Picture 25">
            <a:extLst>
              <a:ext uri="{FF2B5EF4-FFF2-40B4-BE49-F238E27FC236}">
                <a16:creationId xmlns:a16="http://schemas.microsoft.com/office/drawing/2014/main" id="{A70B0867-81A6-8B53-1101-47150315B418}"/>
              </a:ext>
            </a:extLst>
          </p:cNvPr>
          <p:cNvPicPr>
            <a:picLocks noChangeAspect="1"/>
          </p:cNvPicPr>
          <p:nvPr/>
        </p:nvPicPr>
        <p:blipFill rotWithShape="1">
          <a:blip r:embed="rId5"/>
          <a:srcRect l="15787" t="60694" r="13070" b="1348"/>
          <a:stretch/>
        </p:blipFill>
        <p:spPr>
          <a:xfrm>
            <a:off x="10852390" y="7028609"/>
            <a:ext cx="1107996" cy="634021"/>
          </a:xfrm>
          <a:prstGeom prst="rect">
            <a:avLst/>
          </a:prstGeom>
          <a:ln>
            <a:solidFill>
              <a:schemeClr val="tx1"/>
            </a:solidFill>
          </a:ln>
          <a:effectLst/>
        </p:spPr>
      </p:pic>
    </p:spTree>
    <p:extLst>
      <p:ext uri="{BB962C8B-B14F-4D97-AF65-F5344CB8AC3E}">
        <p14:creationId xmlns:p14="http://schemas.microsoft.com/office/powerpoint/2010/main" val="188019349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6670" y="238480"/>
            <a:ext cx="9013409" cy="824929"/>
          </a:xfrm>
        </p:spPr>
        <p:txBody>
          <a:bodyPr/>
          <a:lstStyle/>
          <a:p>
            <a:r>
              <a:rPr lang="en-US"/>
              <a:t>GCAM Scope and Coverage</a:t>
            </a:r>
          </a:p>
        </p:txBody>
      </p:sp>
      <p:sp>
        <p:nvSpPr>
          <p:cNvPr id="4" name="TextBox 3"/>
          <p:cNvSpPr txBox="1"/>
          <p:nvPr/>
        </p:nvSpPr>
        <p:spPr>
          <a:xfrm>
            <a:off x="10033535" y="1087921"/>
            <a:ext cx="3741317" cy="461665"/>
          </a:xfrm>
          <a:prstGeom prst="rect">
            <a:avLst/>
          </a:prstGeom>
          <a:noFill/>
        </p:spPr>
        <p:txBody>
          <a:bodyPr wrap="square" rtlCol="0">
            <a:spAutoFit/>
          </a:bodyPr>
          <a:lstStyle/>
          <a:p>
            <a:r>
              <a:rPr lang="en-US" sz="2400" b="1"/>
              <a:t>Global Coverage</a:t>
            </a:r>
          </a:p>
        </p:txBody>
      </p:sp>
      <p:pic>
        <p:nvPicPr>
          <p:cNvPr id="5" name="Picture 2" descr="C:\Users\d3a938\Documents\GCAM MiniCAM &amp; SGM\presentations\32RegGCAM.bmp"/>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812518" y="1671273"/>
            <a:ext cx="3187741" cy="1651822"/>
          </a:xfrm>
          <a:prstGeom prst="rect">
            <a:avLst/>
          </a:prstGeom>
          <a:ln>
            <a:solidFill>
              <a:schemeClr val="tx1"/>
            </a:solidFill>
          </a:ln>
          <a:effectLst>
            <a:outerShdw blurRad="292100" dist="139700" dir="2700000" algn="tl" rotWithShape="0">
              <a:srgbClr val="000000">
                <a:alpha val="65000"/>
              </a:srgbClr>
            </a:outerShdw>
          </a:effectLst>
          <a:extLst>
            <a:ext uri="{909E8E84-426E-40dd-AFC4-6F175D3DCCD1}">
              <a14:hiddenFill xmlns:a14="http://schemas.microsoft.com/office/drawing/2010/main" xmlns="">
                <a:solidFill>
                  <a:srgbClr val="FFFFFF"/>
                </a:solidFill>
              </a14:hiddenFill>
            </a:ext>
          </a:extLst>
        </p:spPr>
      </p:pic>
      <p:sp>
        <p:nvSpPr>
          <p:cNvPr id="7" name="TextBox 6"/>
          <p:cNvSpPr txBox="1"/>
          <p:nvPr/>
        </p:nvSpPr>
        <p:spPr>
          <a:xfrm>
            <a:off x="9508015" y="4963559"/>
            <a:ext cx="1182019" cy="822960"/>
          </a:xfrm>
          <a:prstGeom prst="rect">
            <a:avLst/>
          </a:prstGeom>
          <a:noFill/>
          <a:effectLst/>
        </p:spPr>
        <p:txBody>
          <a:bodyPr wrap="square" rtlCol="0" anchor="ctr" anchorCtr="0">
            <a:noAutofit/>
          </a:bodyPr>
          <a:lstStyle>
            <a:defPPr>
              <a:defRPr lang="en-US"/>
            </a:defPPr>
            <a:lvl1pPr algn="ctr" defTabSz="457200" fontAlgn="auto">
              <a:spcBef>
                <a:spcPts val="0"/>
              </a:spcBef>
              <a:spcAft>
                <a:spcPts val="0"/>
              </a:spcAft>
              <a:defRPr sz="1400" b="1">
                <a:solidFill>
                  <a:srgbClr val="000000"/>
                </a:solidFill>
                <a:latin typeface="Arial"/>
                <a:ea typeface="ＭＳ Ｐゴシック"/>
              </a:defRPr>
            </a:lvl1pPr>
          </a:lstStyle>
          <a:p>
            <a:pPr algn="l"/>
            <a:r>
              <a:rPr lang="en-US" sz="1680">
                <a:solidFill>
                  <a:schemeClr val="tx1"/>
                </a:solidFill>
              </a:rPr>
              <a:t>391 Land Regions</a:t>
            </a:r>
          </a:p>
        </p:txBody>
      </p:sp>
      <p:sp>
        <p:nvSpPr>
          <p:cNvPr id="8" name="TextBox 7"/>
          <p:cNvSpPr txBox="1"/>
          <p:nvPr/>
        </p:nvSpPr>
        <p:spPr>
          <a:xfrm>
            <a:off x="8446848" y="2262662"/>
            <a:ext cx="1365670" cy="447966"/>
          </a:xfrm>
          <a:prstGeom prst="rect">
            <a:avLst/>
          </a:prstGeom>
          <a:noFill/>
          <a:effectLst/>
        </p:spPr>
        <p:txBody>
          <a:bodyPr wrap="square" rtlCol="0" anchor="ctr" anchorCtr="0">
            <a:noAutofit/>
          </a:bodyPr>
          <a:lstStyle/>
          <a:p>
            <a:pPr defTabSz="548640"/>
            <a:r>
              <a:rPr lang="en-US" sz="1680" b="1">
                <a:latin typeface="Arial"/>
                <a:ea typeface="ＭＳ Ｐゴシック"/>
              </a:rPr>
              <a:t>32 Energy &amp; Economy Regions</a:t>
            </a:r>
          </a:p>
        </p:txBody>
      </p:sp>
      <p:pic>
        <p:nvPicPr>
          <p:cNvPr id="9" name="Picture 8"/>
          <p:cNvPicPr>
            <a:picLocks noChangeAspect="1"/>
          </p:cNvPicPr>
          <p:nvPr/>
        </p:nvPicPr>
        <p:blipFill rotWithShape="1">
          <a:blip r:embed="rId3"/>
          <a:srcRect l="14300" t="43788" r="63588" b="26970"/>
          <a:stretch/>
        </p:blipFill>
        <p:spPr bwMode="auto">
          <a:xfrm>
            <a:off x="10385532" y="2925037"/>
            <a:ext cx="3187741" cy="1683668"/>
          </a:xfrm>
          <a:prstGeom prst="rect">
            <a:avLst/>
          </a:prstGeom>
          <a:ln>
            <a:solidFill>
              <a:schemeClr val="tx1"/>
            </a:solidFill>
          </a:ln>
          <a:effectLst>
            <a:outerShdw blurRad="292100" dist="139700" dir="2700000" algn="tl" rotWithShape="0">
              <a:srgbClr val="000000">
                <a:alpha val="65000"/>
              </a:srgbClr>
            </a:outerShdw>
          </a:effectLst>
          <a:extLst>
            <a:ext uri="{53640926-AAD7-44d8-BBD7-CCE9431645EC}">
              <a14:shadowObscured xmlns:a14="http://schemas.microsoft.com/office/drawing/2010/main" xmlns=""/>
            </a:ext>
          </a:extLst>
        </p:spPr>
      </p:pic>
      <p:sp>
        <p:nvSpPr>
          <p:cNvPr id="10" name="TextBox 9"/>
          <p:cNvSpPr txBox="1"/>
          <p:nvPr/>
        </p:nvSpPr>
        <p:spPr>
          <a:xfrm>
            <a:off x="8993419" y="3558281"/>
            <a:ext cx="1105606" cy="534246"/>
          </a:xfrm>
          <a:prstGeom prst="rect">
            <a:avLst/>
          </a:prstGeom>
          <a:noFill/>
          <a:effectLst/>
        </p:spPr>
        <p:txBody>
          <a:bodyPr wrap="square" rtlCol="0" anchor="ctr" anchorCtr="0">
            <a:noAutofit/>
          </a:bodyPr>
          <a:lstStyle>
            <a:defPPr>
              <a:defRPr lang="en-US"/>
            </a:defPPr>
            <a:lvl1pPr algn="ctr" defTabSz="457200" fontAlgn="auto">
              <a:spcBef>
                <a:spcPts val="0"/>
              </a:spcBef>
              <a:spcAft>
                <a:spcPts val="0"/>
              </a:spcAft>
              <a:defRPr sz="1400" b="1">
                <a:solidFill>
                  <a:srgbClr val="000000"/>
                </a:solidFill>
                <a:latin typeface="Arial"/>
                <a:ea typeface="ＭＳ Ｐゴシック"/>
              </a:defRPr>
            </a:lvl1pPr>
          </a:lstStyle>
          <a:p>
            <a:pPr algn="l"/>
            <a:r>
              <a:rPr lang="en-US" sz="1680">
                <a:solidFill>
                  <a:schemeClr val="tx1"/>
                </a:solidFill>
              </a:rPr>
              <a:t>235 Water Basins</a:t>
            </a:r>
          </a:p>
        </p:txBody>
      </p:sp>
      <p:pic>
        <p:nvPicPr>
          <p:cNvPr id="18" name="Picture 17">
            <a:extLst>
              <a:ext uri="{FF2B5EF4-FFF2-40B4-BE49-F238E27FC236}">
                <a16:creationId xmlns:a16="http://schemas.microsoft.com/office/drawing/2014/main" id="{3E2D7330-BEEB-B747-9DE8-7BF54B124987}"/>
              </a:ext>
            </a:extLst>
          </p:cNvPr>
          <p:cNvPicPr>
            <a:picLocks noChangeAspect="1"/>
          </p:cNvPicPr>
          <p:nvPr/>
        </p:nvPicPr>
        <p:blipFill rotWithShape="1">
          <a:blip r:embed="rId4"/>
          <a:srcRect l="4025" t="8406" r="4025" b="22864"/>
          <a:stretch/>
        </p:blipFill>
        <p:spPr>
          <a:xfrm>
            <a:off x="10860120" y="4263102"/>
            <a:ext cx="3163511" cy="1650185"/>
          </a:xfrm>
          <a:prstGeom prst="rect">
            <a:avLst/>
          </a:prstGeom>
          <a:ln>
            <a:solidFill>
              <a:schemeClr val="tx1"/>
            </a:solidFill>
          </a:ln>
          <a:effectLst>
            <a:outerShdw blurRad="292100" dist="139700" dir="2700000" algn="ctr" rotWithShape="0">
              <a:srgbClr val="000000">
                <a:alpha val="65000"/>
              </a:srgbClr>
            </a:outerShdw>
          </a:effectLst>
        </p:spPr>
      </p:pic>
      <p:sp>
        <p:nvSpPr>
          <p:cNvPr id="17" name="Content Placeholder 2">
            <a:extLst>
              <a:ext uri="{FF2B5EF4-FFF2-40B4-BE49-F238E27FC236}">
                <a16:creationId xmlns:a16="http://schemas.microsoft.com/office/drawing/2014/main" id="{C3B300C2-EC82-8D4A-B4BE-B9E735F1D0FC}"/>
              </a:ext>
            </a:extLst>
          </p:cNvPr>
          <p:cNvSpPr txBox="1">
            <a:spLocks/>
          </p:cNvSpPr>
          <p:nvPr/>
        </p:nvSpPr>
        <p:spPr>
          <a:xfrm>
            <a:off x="9265311" y="6189378"/>
            <a:ext cx="5046040" cy="822960"/>
          </a:xfrm>
        </p:spPr>
        <p:txBody>
          <a:bodyPr/>
          <a:lstStyle>
            <a:lvl1pPr marL="205740" indent="-205740" algn="l" defTabSz="822960" rtl="0" eaLnBrk="1" latinLnBrk="0" hangingPunct="1">
              <a:lnSpc>
                <a:spcPct val="90000"/>
              </a:lnSpc>
              <a:spcBef>
                <a:spcPts val="900"/>
              </a:spcBef>
              <a:buFont typeface="Arial" panose="020B0604020202020204" pitchFamily="34" charset="0"/>
              <a:buChar char="•"/>
              <a:defRPr sz="2520" kern="1200">
                <a:solidFill>
                  <a:schemeClr val="tx1"/>
                </a:solidFill>
                <a:latin typeface="+mn-lt"/>
                <a:ea typeface="+mn-ea"/>
                <a:cs typeface="+mn-cs"/>
              </a:defRPr>
            </a:lvl1pPr>
            <a:lvl2pPr marL="617220" indent="-205740" algn="l" defTabSz="822960" rtl="0" eaLnBrk="1" latinLnBrk="0" hangingPunct="1">
              <a:lnSpc>
                <a:spcPct val="90000"/>
              </a:lnSpc>
              <a:spcBef>
                <a:spcPts val="450"/>
              </a:spcBef>
              <a:buFont typeface="Arial" panose="020B0604020202020204" pitchFamily="34" charset="0"/>
              <a:buChar char="•"/>
              <a:defRPr sz="2160" kern="1200">
                <a:solidFill>
                  <a:schemeClr val="tx1"/>
                </a:solidFill>
                <a:latin typeface="+mn-lt"/>
                <a:ea typeface="+mn-ea"/>
                <a:cs typeface="+mn-cs"/>
              </a:defRPr>
            </a:lvl2pPr>
            <a:lvl3pPr marL="1028700" indent="-205740" algn="l" defTabSz="822960" rtl="0" eaLnBrk="1" latinLnBrk="0" hangingPunct="1">
              <a:lnSpc>
                <a:spcPct val="90000"/>
              </a:lnSpc>
              <a:spcBef>
                <a:spcPts val="450"/>
              </a:spcBef>
              <a:buFont typeface="Arial" panose="020B0604020202020204" pitchFamily="34" charset="0"/>
              <a:buChar char="•"/>
              <a:defRPr sz="1800" kern="1200">
                <a:solidFill>
                  <a:schemeClr val="tx1"/>
                </a:solidFill>
                <a:latin typeface="+mn-lt"/>
                <a:ea typeface="+mn-ea"/>
                <a:cs typeface="+mn-cs"/>
              </a:defRPr>
            </a:lvl3pPr>
            <a:lvl4pPr marL="14401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4pPr>
            <a:lvl5pPr marL="185166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5pPr>
            <a:lvl6pPr marL="226314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62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610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5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a:lstStyle>
          <a:p>
            <a:r>
              <a:rPr lang="en-US" altLang="en-US" sz="2000">
                <a:solidFill>
                  <a:schemeClr val="tx1">
                    <a:lumMod val="50000"/>
                  </a:schemeClr>
                </a:solidFill>
                <a:latin typeface="Calibri (body)"/>
              </a:rPr>
              <a:t>32 Energy/Economic regions</a:t>
            </a:r>
          </a:p>
          <a:p>
            <a:r>
              <a:rPr lang="en-US" altLang="en-US" sz="2000">
                <a:solidFill>
                  <a:schemeClr val="tx1">
                    <a:lumMod val="50000"/>
                  </a:schemeClr>
                </a:solidFill>
                <a:latin typeface="Calibri (body)"/>
              </a:rPr>
              <a:t>391 Land regions based on water basins</a:t>
            </a:r>
          </a:p>
        </p:txBody>
      </p:sp>
      <p:sp>
        <p:nvSpPr>
          <p:cNvPr id="3" name="Content Placeholder 2">
            <a:extLst>
              <a:ext uri="{FF2B5EF4-FFF2-40B4-BE49-F238E27FC236}">
                <a16:creationId xmlns:a16="http://schemas.microsoft.com/office/drawing/2014/main" id="{A9B688E5-52EB-5AA0-1A60-44C9246FD59E}"/>
              </a:ext>
            </a:extLst>
          </p:cNvPr>
          <p:cNvSpPr>
            <a:spLocks noGrp="1"/>
          </p:cNvSpPr>
          <p:nvPr>
            <p:ph sz="quarter" idx="20"/>
          </p:nvPr>
        </p:nvSpPr>
        <p:spPr>
          <a:xfrm>
            <a:off x="941501" y="1677302"/>
            <a:ext cx="7501199" cy="6162260"/>
          </a:xfrm>
        </p:spPr>
        <p:txBody>
          <a:bodyPr lIns="91440" tIns="45720" rIns="91440" bIns="45720" anchor="t"/>
          <a:lstStyle/>
          <a:p>
            <a:r>
              <a:rPr lang="en-US" altLang="en-US" sz="2200">
                <a:solidFill>
                  <a:schemeClr val="tx1">
                    <a:lumMod val="50000"/>
                  </a:schemeClr>
                </a:solidFill>
                <a:latin typeface="Arial"/>
                <a:cs typeface="Arial"/>
              </a:rPr>
              <a:t>GCAM is a </a:t>
            </a:r>
            <a:r>
              <a:rPr lang="en-US" altLang="en-US" sz="2200" b="1" i="1">
                <a:solidFill>
                  <a:schemeClr val="tx1">
                    <a:lumMod val="50000"/>
                  </a:schemeClr>
                </a:solidFill>
                <a:latin typeface="Arial"/>
                <a:cs typeface="Arial"/>
              </a:rPr>
              <a:t>multisector, multi-regional, dynamic model </a:t>
            </a:r>
            <a:r>
              <a:rPr lang="en-US" altLang="en-US" sz="2200">
                <a:solidFill>
                  <a:schemeClr val="tx1">
                    <a:lumMod val="50000"/>
                  </a:schemeClr>
                </a:solidFill>
                <a:latin typeface="Arial"/>
                <a:cs typeface="Arial"/>
              </a:rPr>
              <a:t>that </a:t>
            </a:r>
            <a:r>
              <a:rPr lang="en-US" altLang="en-US" sz="2200" b="1" i="1">
                <a:solidFill>
                  <a:schemeClr val="tx1">
                    <a:lumMod val="50000"/>
                  </a:schemeClr>
                </a:solidFill>
                <a:latin typeface="Arial"/>
                <a:cs typeface="Arial"/>
              </a:rPr>
              <a:t>economically and physically links</a:t>
            </a:r>
            <a:r>
              <a:rPr lang="en-US" altLang="en-US" sz="2200">
                <a:solidFill>
                  <a:schemeClr val="tx1">
                    <a:lumMod val="50000"/>
                  </a:schemeClr>
                </a:solidFill>
                <a:latin typeface="Arial"/>
                <a:cs typeface="Arial"/>
              </a:rPr>
              <a:t> energy, agriculture and water production, consumption, and trade.</a:t>
            </a:r>
          </a:p>
          <a:p>
            <a:r>
              <a:rPr lang="en-US" altLang="en-US" sz="2200">
                <a:solidFill>
                  <a:schemeClr val="tx1">
                    <a:lumMod val="50000"/>
                  </a:schemeClr>
                </a:solidFill>
                <a:latin typeface="Arial"/>
                <a:cs typeface="Arial"/>
              </a:rPr>
              <a:t>GCAM models </a:t>
            </a:r>
            <a:r>
              <a:rPr lang="en-US" altLang="en-US" sz="2200" b="1" i="1">
                <a:solidFill>
                  <a:schemeClr val="accent2"/>
                </a:solidFill>
                <a:latin typeface="Arial"/>
                <a:cs typeface="Arial"/>
              </a:rPr>
              <a:t>dynamic demand growth </a:t>
            </a:r>
            <a:r>
              <a:rPr lang="en-US" altLang="en-US" sz="2200">
                <a:solidFill>
                  <a:schemeClr val="tx1">
                    <a:lumMod val="50000"/>
                  </a:schemeClr>
                </a:solidFill>
                <a:latin typeface="Arial"/>
                <a:cs typeface="Arial"/>
              </a:rPr>
              <a:t>in response to regional population and economic activity.</a:t>
            </a:r>
          </a:p>
          <a:p>
            <a:r>
              <a:rPr lang="en-US" altLang="en-US" sz="2200">
                <a:solidFill>
                  <a:schemeClr val="tx1">
                    <a:lumMod val="50000"/>
                  </a:schemeClr>
                </a:solidFill>
                <a:latin typeface="Arial"/>
                <a:cs typeface="Arial"/>
              </a:rPr>
              <a:t>GCAM includes </a:t>
            </a:r>
            <a:r>
              <a:rPr lang="en-US" altLang="en-US" sz="2200" b="1" i="1">
                <a:solidFill>
                  <a:schemeClr val="tx1">
                    <a:lumMod val="50000"/>
                  </a:schemeClr>
                </a:solidFill>
                <a:latin typeface="Arial"/>
                <a:cs typeface="Arial"/>
              </a:rPr>
              <a:t>technology detail in energy </a:t>
            </a:r>
            <a:r>
              <a:rPr lang="en-US" altLang="en-US" sz="2200">
                <a:solidFill>
                  <a:schemeClr val="tx1">
                    <a:lumMod val="50000"/>
                  </a:schemeClr>
                </a:solidFill>
                <a:latin typeface="Arial"/>
                <a:cs typeface="Arial"/>
              </a:rPr>
              <a:t>production, transformation and final demand sectors.</a:t>
            </a:r>
          </a:p>
          <a:p>
            <a:r>
              <a:rPr lang="en-US" altLang="en-US" sz="2200">
                <a:solidFill>
                  <a:schemeClr val="tx1">
                    <a:lumMod val="50000"/>
                  </a:schemeClr>
                </a:solidFill>
                <a:latin typeface="Arial"/>
                <a:cs typeface="Arial"/>
              </a:rPr>
              <a:t>GCAM includes </a:t>
            </a:r>
            <a:r>
              <a:rPr lang="en-US" altLang="en-US" sz="2200" b="1" i="1">
                <a:solidFill>
                  <a:schemeClr val="tx1">
                    <a:lumMod val="50000"/>
                  </a:schemeClr>
                </a:solidFill>
                <a:latin typeface="Arial"/>
                <a:cs typeface="Arial"/>
              </a:rPr>
              <a:t>physical representations of crop management practices </a:t>
            </a:r>
            <a:r>
              <a:rPr lang="en-US" altLang="en-US" sz="2200">
                <a:solidFill>
                  <a:schemeClr val="tx1">
                    <a:lumMod val="50000"/>
                  </a:schemeClr>
                </a:solidFill>
                <a:latin typeface="Arial"/>
                <a:cs typeface="Arial"/>
              </a:rPr>
              <a:t>in the agriculture sector.</a:t>
            </a:r>
          </a:p>
          <a:p>
            <a:pPr lvl="1"/>
            <a:r>
              <a:rPr lang="en-US" altLang="en-US" sz="2000">
                <a:solidFill>
                  <a:schemeClr val="tx1">
                    <a:lumMod val="50000"/>
                  </a:schemeClr>
                </a:solidFill>
                <a:latin typeface="Arial"/>
                <a:cs typeface="Arial"/>
              </a:rPr>
              <a:t>Includes all commercial and natural lands in each land region.</a:t>
            </a:r>
          </a:p>
          <a:p>
            <a:r>
              <a:rPr lang="en-US" altLang="en-US" sz="2200">
                <a:solidFill>
                  <a:schemeClr val="tx1">
                    <a:lumMod val="50000"/>
                  </a:schemeClr>
                </a:solidFill>
                <a:latin typeface="Arial"/>
                <a:cs typeface="Arial"/>
              </a:rPr>
              <a:t>GCAM includes </a:t>
            </a:r>
            <a:r>
              <a:rPr lang="en-US" altLang="en-US" sz="2200" b="1" i="1">
                <a:solidFill>
                  <a:schemeClr val="tx1">
                    <a:lumMod val="50000"/>
                  </a:schemeClr>
                </a:solidFill>
                <a:latin typeface="Arial"/>
                <a:cs typeface="Arial"/>
              </a:rPr>
              <a:t>dynamic economic modeling of the water</a:t>
            </a:r>
            <a:r>
              <a:rPr lang="en-US" altLang="en-US" sz="2200">
                <a:solidFill>
                  <a:schemeClr val="tx1">
                    <a:lumMod val="50000"/>
                  </a:schemeClr>
                </a:solidFill>
                <a:latin typeface="Arial"/>
                <a:cs typeface="Arial"/>
              </a:rPr>
              <a:t> sector linked to energy and agriculture.</a:t>
            </a:r>
          </a:p>
          <a:p>
            <a:r>
              <a:rPr lang="en-US" altLang="en-US" sz="2200">
                <a:solidFill>
                  <a:schemeClr val="tx1">
                    <a:lumMod val="50000"/>
                  </a:schemeClr>
                </a:solidFill>
                <a:latin typeface="Arial"/>
                <a:cs typeface="Arial"/>
              </a:rPr>
              <a:t>GCAM computes a </a:t>
            </a:r>
            <a:r>
              <a:rPr lang="en-US" altLang="en-US" sz="2200" b="1" i="1">
                <a:solidFill>
                  <a:schemeClr val="tx1">
                    <a:lumMod val="50000"/>
                  </a:schemeClr>
                </a:solidFill>
                <a:latin typeface="Arial"/>
                <a:cs typeface="Arial"/>
              </a:rPr>
              <a:t>detailed accounting of emissions</a:t>
            </a:r>
            <a:r>
              <a:rPr lang="en-US" altLang="en-US" sz="2200">
                <a:solidFill>
                  <a:schemeClr val="tx1">
                    <a:lumMod val="50000"/>
                  </a:schemeClr>
                </a:solidFill>
                <a:latin typeface="Arial"/>
                <a:cs typeface="Arial"/>
              </a:rPr>
              <a:t> of CO</a:t>
            </a:r>
            <a:r>
              <a:rPr lang="en-US" altLang="en-US" sz="2200" baseline="-25000">
                <a:solidFill>
                  <a:schemeClr val="tx1">
                    <a:lumMod val="50000"/>
                  </a:schemeClr>
                </a:solidFill>
                <a:latin typeface="Arial"/>
                <a:cs typeface="Arial"/>
              </a:rPr>
              <a:t>2</a:t>
            </a:r>
            <a:r>
              <a:rPr lang="en-US" altLang="en-US" sz="2200">
                <a:solidFill>
                  <a:schemeClr val="tx1">
                    <a:lumMod val="50000"/>
                  </a:schemeClr>
                </a:solidFill>
                <a:latin typeface="Arial"/>
                <a:cs typeface="Arial"/>
              </a:rPr>
              <a:t> and other important gases.</a:t>
            </a:r>
          </a:p>
          <a:p>
            <a:endParaRPr lang="en-US" sz="2400">
              <a:solidFill>
                <a:schemeClr val="tx1">
                  <a:lumMod val="50000"/>
                </a:schemeClr>
              </a:solidFill>
              <a:latin typeface="Arial"/>
              <a:cs typeface="Arial"/>
            </a:endParaRPr>
          </a:p>
        </p:txBody>
      </p:sp>
      <p:sp>
        <p:nvSpPr>
          <p:cNvPr id="6" name="TextBox 5">
            <a:extLst>
              <a:ext uri="{FF2B5EF4-FFF2-40B4-BE49-F238E27FC236}">
                <a16:creationId xmlns:a16="http://schemas.microsoft.com/office/drawing/2014/main" id="{8C36C7FE-EC38-17BB-CBBD-9434B149AAD8}"/>
              </a:ext>
            </a:extLst>
          </p:cNvPr>
          <p:cNvSpPr txBox="1"/>
          <p:nvPr/>
        </p:nvSpPr>
        <p:spPr>
          <a:xfrm>
            <a:off x="10244851" y="7686973"/>
            <a:ext cx="2553316" cy="323165"/>
          </a:xfrm>
          <a:prstGeom prst="rect">
            <a:avLst/>
          </a:prstGeom>
          <a:noFill/>
        </p:spPr>
        <p:txBody>
          <a:bodyPr wrap="square" rtlCol="0">
            <a:spAutoFit/>
          </a:bodyPr>
          <a:lstStyle/>
          <a:p>
            <a:pPr algn="ctr"/>
            <a:r>
              <a:rPr lang="en-US" sz="1500" b="1">
                <a:solidFill>
                  <a:schemeClr val="tx1">
                    <a:lumMod val="50000"/>
                  </a:schemeClr>
                </a:solidFill>
                <a:latin typeface="Helvetica" pitchFamily="2" charset="0"/>
              </a:rPr>
              <a:t>GCAM-USA (50 State)</a:t>
            </a:r>
          </a:p>
        </p:txBody>
      </p:sp>
      <p:pic>
        <p:nvPicPr>
          <p:cNvPr id="11" name="Picture 10">
            <a:extLst>
              <a:ext uri="{FF2B5EF4-FFF2-40B4-BE49-F238E27FC236}">
                <a16:creationId xmlns:a16="http://schemas.microsoft.com/office/drawing/2014/main" id="{A76B6EC6-497C-9F5B-66B5-377D567CAF53}"/>
              </a:ext>
            </a:extLst>
          </p:cNvPr>
          <p:cNvPicPr>
            <a:picLocks noChangeAspect="1"/>
          </p:cNvPicPr>
          <p:nvPr/>
        </p:nvPicPr>
        <p:blipFill rotWithShape="1">
          <a:blip r:embed="rId5"/>
          <a:srcRect l="15787" t="60694" r="13070" b="1348"/>
          <a:stretch/>
        </p:blipFill>
        <p:spPr>
          <a:xfrm>
            <a:off x="10852390" y="7028609"/>
            <a:ext cx="1107996" cy="634021"/>
          </a:xfrm>
          <a:prstGeom prst="rect">
            <a:avLst/>
          </a:prstGeom>
          <a:ln>
            <a:solidFill>
              <a:schemeClr val="tx1"/>
            </a:solidFill>
          </a:ln>
          <a:effectLst/>
        </p:spPr>
      </p:pic>
    </p:spTree>
    <p:extLst>
      <p:ext uri="{BB962C8B-B14F-4D97-AF65-F5344CB8AC3E}">
        <p14:creationId xmlns:p14="http://schemas.microsoft.com/office/powerpoint/2010/main" val="81698210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2268" y="145430"/>
            <a:ext cx="10430932" cy="1100666"/>
          </a:xfrm>
        </p:spPr>
        <p:txBody>
          <a:bodyPr anchor="t"/>
          <a:lstStyle/>
          <a:p>
            <a:r>
              <a:rPr lang="en-US"/>
              <a:t>GCAM Modeling Approach: Economic Equilibrium with Physical Detail</a:t>
            </a:r>
          </a:p>
        </p:txBody>
      </p:sp>
      <p:sp>
        <p:nvSpPr>
          <p:cNvPr id="6" name="Rectangle 5"/>
          <p:cNvSpPr/>
          <p:nvPr/>
        </p:nvSpPr>
        <p:spPr>
          <a:xfrm>
            <a:off x="8229600" y="1302708"/>
            <a:ext cx="1456267" cy="12626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3">
            <a:extLst>
              <a:ext uri="{FF2B5EF4-FFF2-40B4-BE49-F238E27FC236}">
                <a16:creationId xmlns:a16="http://schemas.microsoft.com/office/drawing/2014/main" id="{33377500-D0CB-3F40-84D3-6F3A2AFE7A47}"/>
              </a:ext>
            </a:extLst>
          </p:cNvPr>
          <p:cNvSpPr>
            <a:spLocks noGrp="1" noChangeArrowheads="1"/>
          </p:cNvSpPr>
          <p:nvPr>
            <p:ph sz="quarter" idx="20"/>
          </p:nvPr>
        </p:nvSpPr>
        <p:spPr>
          <a:xfrm>
            <a:off x="8964803" y="1527612"/>
            <a:ext cx="5609841" cy="6247578"/>
          </a:xfrm>
          <a:prstGeom prst="rect">
            <a:avLst/>
          </a:prstGeom>
        </p:spPr>
        <p:txBody>
          <a:bodyPr/>
          <a:lstStyle/>
          <a:p>
            <a:r>
              <a:rPr lang="en-US" sz="2200">
                <a:solidFill>
                  <a:schemeClr val="accent2"/>
                </a:solidFill>
                <a:latin typeface="Arial"/>
                <a:cs typeface="Arial"/>
              </a:rPr>
              <a:t>GCAM </a:t>
            </a:r>
            <a:r>
              <a:rPr lang="en-US" sz="2200" b="1" i="1">
                <a:solidFill>
                  <a:schemeClr val="accent2"/>
                </a:solidFill>
                <a:latin typeface="Arial"/>
                <a:cs typeface="Arial"/>
              </a:rPr>
              <a:t>solves</a:t>
            </a:r>
            <a:r>
              <a:rPr lang="en-US" sz="2200">
                <a:solidFill>
                  <a:schemeClr val="accent2"/>
                </a:solidFill>
                <a:latin typeface="Arial"/>
                <a:cs typeface="Arial"/>
              </a:rPr>
              <a:t> each future period by finding the set of </a:t>
            </a:r>
            <a:r>
              <a:rPr lang="en-US" sz="2200" b="1" i="1">
                <a:solidFill>
                  <a:schemeClr val="accent2"/>
                </a:solidFill>
                <a:latin typeface="Arial"/>
                <a:cs typeface="Arial"/>
              </a:rPr>
              <a:t>prices</a:t>
            </a:r>
            <a:r>
              <a:rPr lang="en-US" sz="2200">
                <a:solidFill>
                  <a:schemeClr val="accent2"/>
                </a:solidFill>
                <a:latin typeface="Arial"/>
                <a:cs typeface="Arial"/>
              </a:rPr>
              <a:t> so that all modeled </a:t>
            </a:r>
            <a:r>
              <a:rPr lang="en-US" sz="2200" b="1" i="1">
                <a:solidFill>
                  <a:schemeClr val="accent2"/>
                </a:solidFill>
                <a:latin typeface="Arial"/>
                <a:cs typeface="Arial"/>
              </a:rPr>
              <a:t>markets are “cleared.”</a:t>
            </a:r>
            <a:endParaRPr lang="en-US" sz="2200">
              <a:solidFill>
                <a:schemeClr val="accent2"/>
              </a:solidFill>
              <a:latin typeface="Arial"/>
              <a:cs typeface="Arial"/>
            </a:endParaRPr>
          </a:p>
          <a:p>
            <a:r>
              <a:rPr lang="en-US" sz="2200">
                <a:solidFill>
                  <a:schemeClr val="accent2"/>
                </a:solidFill>
                <a:latin typeface="Arial"/>
                <a:cs typeface="Arial"/>
              </a:rPr>
              <a:t>GCAM uses a </a:t>
            </a:r>
            <a:r>
              <a:rPr lang="en-US" sz="2200" b="1" i="1">
                <a:solidFill>
                  <a:schemeClr val="accent2"/>
                </a:solidFill>
                <a:latin typeface="Arial"/>
                <a:cs typeface="Arial"/>
              </a:rPr>
              <a:t>recursive dynamic</a:t>
            </a:r>
            <a:r>
              <a:rPr lang="en-US" sz="2200">
                <a:solidFill>
                  <a:schemeClr val="accent2"/>
                </a:solidFill>
                <a:latin typeface="Arial"/>
                <a:cs typeface="Arial"/>
              </a:rPr>
              <a:t> rather than an </a:t>
            </a:r>
            <a:r>
              <a:rPr lang="en-US" sz="2200" b="1" i="1">
                <a:solidFill>
                  <a:schemeClr val="accent2"/>
                </a:solidFill>
                <a:latin typeface="Arial"/>
                <a:cs typeface="Arial"/>
              </a:rPr>
              <a:t>intertemporal optimal</a:t>
            </a:r>
            <a:r>
              <a:rPr lang="en-US" sz="2200">
                <a:solidFill>
                  <a:schemeClr val="accent2"/>
                </a:solidFill>
                <a:latin typeface="Arial"/>
                <a:cs typeface="Arial"/>
              </a:rPr>
              <a:t> approach.</a:t>
            </a:r>
          </a:p>
          <a:p>
            <a:r>
              <a:rPr lang="en-US" sz="2200">
                <a:solidFill>
                  <a:schemeClr val="accent2"/>
                </a:solidFill>
                <a:latin typeface="Arial"/>
                <a:cs typeface="Arial"/>
              </a:rPr>
              <a:t>GCAM’s </a:t>
            </a:r>
            <a:r>
              <a:rPr lang="en-US" sz="2200" b="1" i="1">
                <a:solidFill>
                  <a:schemeClr val="accent2"/>
                </a:solidFill>
                <a:latin typeface="Arial"/>
                <a:cs typeface="Arial"/>
              </a:rPr>
              <a:t>non-linear </a:t>
            </a:r>
            <a:r>
              <a:rPr lang="en-US" sz="2200">
                <a:solidFill>
                  <a:schemeClr val="accent2"/>
                </a:solidFill>
                <a:latin typeface="Arial"/>
                <a:cs typeface="Arial"/>
              </a:rPr>
              <a:t>system of equations is solved by finding the set of </a:t>
            </a:r>
            <a:r>
              <a:rPr lang="en-US" sz="2200" b="1" i="1">
                <a:solidFill>
                  <a:schemeClr val="accent2"/>
                </a:solidFill>
                <a:latin typeface="Arial"/>
                <a:cs typeface="Arial"/>
              </a:rPr>
              <a:t>prices</a:t>
            </a:r>
            <a:r>
              <a:rPr lang="en-US" sz="2200">
                <a:solidFill>
                  <a:schemeClr val="accent2"/>
                </a:solidFill>
                <a:latin typeface="Arial"/>
                <a:cs typeface="Arial"/>
              </a:rPr>
              <a:t> so that all supplies equal all demands.</a:t>
            </a:r>
          </a:p>
          <a:p>
            <a:r>
              <a:rPr lang="en-US" sz="2200" b="1" i="1">
                <a:solidFill>
                  <a:schemeClr val="accent2"/>
                </a:solidFill>
                <a:latin typeface="Arial"/>
                <a:cs typeface="Arial"/>
              </a:rPr>
              <a:t>Economic equilibrium </a:t>
            </a:r>
            <a:r>
              <a:rPr lang="en-US" sz="2200">
                <a:solidFill>
                  <a:schemeClr val="accent2"/>
                </a:solidFill>
                <a:latin typeface="Arial"/>
                <a:cs typeface="Arial"/>
              </a:rPr>
              <a:t>in GCAM means that physical quantities </a:t>
            </a:r>
            <a:r>
              <a:rPr lang="en-US" sz="2200" b="1" i="1">
                <a:solidFill>
                  <a:schemeClr val="accent2"/>
                </a:solidFill>
                <a:latin typeface="Arial"/>
                <a:cs typeface="Arial"/>
              </a:rPr>
              <a:t>of the sectors it covers</a:t>
            </a:r>
            <a:r>
              <a:rPr lang="en-US" sz="2200">
                <a:solidFill>
                  <a:schemeClr val="accent2"/>
                </a:solidFill>
                <a:latin typeface="Arial"/>
                <a:cs typeface="Arial"/>
              </a:rPr>
              <a:t> are balanced and allocated economically efficiently.</a:t>
            </a:r>
          </a:p>
          <a:p>
            <a:r>
              <a:rPr lang="en-US" sz="2200" b="1" i="1">
                <a:solidFill>
                  <a:schemeClr val="accent2"/>
                </a:solidFill>
                <a:latin typeface="Arial"/>
                <a:cs typeface="Arial"/>
              </a:rPr>
              <a:t>Prices</a:t>
            </a:r>
            <a:r>
              <a:rPr lang="en-US" sz="2200">
                <a:solidFill>
                  <a:schemeClr val="accent2"/>
                </a:solidFill>
                <a:latin typeface="Arial"/>
                <a:cs typeface="Arial"/>
              </a:rPr>
              <a:t> are the signals by which the multiple </a:t>
            </a:r>
            <a:r>
              <a:rPr lang="en-US" sz="2200" b="1" i="1">
                <a:solidFill>
                  <a:schemeClr val="accent2"/>
                </a:solidFill>
                <a:latin typeface="Arial"/>
                <a:cs typeface="Arial"/>
              </a:rPr>
              <a:t>sectors</a:t>
            </a:r>
            <a:r>
              <a:rPr lang="en-US" sz="2200">
                <a:solidFill>
                  <a:schemeClr val="accent2"/>
                </a:solidFill>
                <a:latin typeface="Arial"/>
                <a:cs typeface="Arial"/>
              </a:rPr>
              <a:t> communicate scarcity and demands and </a:t>
            </a:r>
            <a:r>
              <a:rPr lang="en-US" sz="2200" b="1" i="1">
                <a:solidFill>
                  <a:schemeClr val="accent2"/>
                </a:solidFill>
                <a:latin typeface="Arial"/>
                <a:cs typeface="Arial"/>
              </a:rPr>
              <a:t>dynamically</a:t>
            </a:r>
            <a:r>
              <a:rPr lang="en-US" sz="2200">
                <a:solidFill>
                  <a:schemeClr val="accent2"/>
                </a:solidFill>
                <a:latin typeface="Arial"/>
                <a:cs typeface="Arial"/>
              </a:rPr>
              <a:t> respond to each other.</a:t>
            </a:r>
          </a:p>
          <a:p>
            <a:endParaRPr lang="en-US" sz="2200">
              <a:solidFill>
                <a:schemeClr val="accent2"/>
              </a:solidFill>
              <a:latin typeface="Arial"/>
              <a:cs typeface="Arial"/>
            </a:endParaRPr>
          </a:p>
        </p:txBody>
      </p:sp>
      <p:pic>
        <p:nvPicPr>
          <p:cNvPr id="21" name="Picture 20">
            <a:extLst>
              <a:ext uri="{FF2B5EF4-FFF2-40B4-BE49-F238E27FC236}">
                <a16:creationId xmlns:a16="http://schemas.microsoft.com/office/drawing/2014/main" id="{5D242921-8564-7CB3-5BE4-B74FE630BCF6}"/>
              </a:ext>
            </a:extLst>
          </p:cNvPr>
          <p:cNvPicPr>
            <a:picLocks noChangeAspect="1"/>
          </p:cNvPicPr>
          <p:nvPr/>
        </p:nvPicPr>
        <p:blipFill>
          <a:blip r:embed="rId2"/>
          <a:stretch>
            <a:fillRect/>
          </a:stretch>
        </p:blipFill>
        <p:spPr>
          <a:xfrm>
            <a:off x="996083" y="1689409"/>
            <a:ext cx="7898028" cy="5536635"/>
          </a:xfrm>
          <a:prstGeom prst="rect">
            <a:avLst/>
          </a:prstGeom>
        </p:spPr>
      </p:pic>
    </p:spTree>
    <p:extLst>
      <p:ext uri="{BB962C8B-B14F-4D97-AF65-F5344CB8AC3E}">
        <p14:creationId xmlns:p14="http://schemas.microsoft.com/office/powerpoint/2010/main" val="230392996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929270" y="270934"/>
            <a:ext cx="11243930" cy="940646"/>
          </a:xfrm>
        </p:spPr>
        <p:txBody>
          <a:bodyPr/>
          <a:lstStyle/>
          <a:p>
            <a:r>
              <a:rPr lang="en-US"/>
              <a:t>Logit Choice Mechanism for Economic Decisions </a:t>
            </a:r>
          </a:p>
        </p:txBody>
      </p:sp>
      <p:sp>
        <p:nvSpPr>
          <p:cNvPr id="24580" name="Rectangle 3"/>
          <p:cNvSpPr>
            <a:spLocks noGrp="1" noChangeArrowheads="1"/>
          </p:cNvSpPr>
          <p:nvPr>
            <p:ph sz="quarter" idx="20"/>
          </p:nvPr>
        </p:nvSpPr>
        <p:spPr>
          <a:xfrm>
            <a:off x="7315200" y="1759687"/>
            <a:ext cx="6682563" cy="5715000"/>
          </a:xfrm>
          <a:prstGeom prst="rect">
            <a:avLst/>
          </a:prstGeom>
        </p:spPr>
        <p:txBody>
          <a:bodyPr/>
          <a:lstStyle/>
          <a:p>
            <a:r>
              <a:rPr lang="en-US" sz="2400">
                <a:solidFill>
                  <a:schemeClr val="tx1">
                    <a:lumMod val="50000"/>
                  </a:schemeClr>
                </a:solidFill>
                <a:latin typeface="Calibri" panose="020F0502020204030204" pitchFamily="34" charset="0"/>
                <a:cs typeface="Calibri" panose="020F0502020204030204" pitchFamily="34" charset="0"/>
              </a:rPr>
              <a:t>Logit approach assumes a distribution of realized costs/profits due to heterogeneous conditions.</a:t>
            </a:r>
          </a:p>
          <a:p>
            <a:endParaRPr lang="en-US" sz="2400">
              <a:solidFill>
                <a:schemeClr val="tx1">
                  <a:lumMod val="50000"/>
                </a:schemeClr>
              </a:solidFill>
              <a:latin typeface="Calibri" panose="020F0502020204030204" pitchFamily="34" charset="0"/>
              <a:cs typeface="Calibri" panose="020F0502020204030204" pitchFamily="34" charset="0"/>
            </a:endParaRPr>
          </a:p>
          <a:p>
            <a:r>
              <a:rPr lang="en-US" sz="2400">
                <a:solidFill>
                  <a:schemeClr val="tx1">
                    <a:lumMod val="50000"/>
                  </a:schemeClr>
                </a:solidFill>
                <a:latin typeface="Calibri" panose="020F0502020204030204" pitchFamily="34" charset="0"/>
                <a:cs typeface="Calibri" panose="020F0502020204030204" pitchFamily="34" charset="0"/>
              </a:rPr>
              <a:t>Market share based on probability that a technology has the least cost.</a:t>
            </a:r>
            <a:endParaRPr lang="en-US" sz="2000">
              <a:solidFill>
                <a:schemeClr val="tx1">
                  <a:lumMod val="50000"/>
                </a:schemeClr>
              </a:solidFill>
              <a:latin typeface="Calibri" panose="020F0502020204030204" pitchFamily="34" charset="0"/>
              <a:cs typeface="Calibri" panose="020F0502020204030204" pitchFamily="34" charset="0"/>
            </a:endParaRPr>
          </a:p>
          <a:p>
            <a:pPr lvl="1"/>
            <a:r>
              <a:rPr lang="en-US" sz="2160">
                <a:solidFill>
                  <a:schemeClr val="tx1">
                    <a:lumMod val="50000"/>
                  </a:schemeClr>
                </a:solidFill>
                <a:latin typeface="Calibri" panose="020F0502020204030204" pitchFamily="34" charset="0"/>
                <a:cs typeface="Calibri" panose="020F0502020204030204" pitchFamily="34" charset="0"/>
              </a:rPr>
              <a:t>Non-linear technology competition</a:t>
            </a:r>
            <a:endParaRPr lang="en-US" sz="2400">
              <a:solidFill>
                <a:schemeClr val="tx1">
                  <a:lumMod val="50000"/>
                </a:schemeClr>
              </a:solidFill>
              <a:latin typeface="Calibri" panose="020F0502020204030204" pitchFamily="34" charset="0"/>
              <a:cs typeface="Calibri" panose="020F0502020204030204" pitchFamily="34" charset="0"/>
            </a:endParaRPr>
          </a:p>
          <a:p>
            <a:pPr lvl="1"/>
            <a:r>
              <a:rPr lang="en-US" sz="2000">
                <a:solidFill>
                  <a:schemeClr val="tx1">
                    <a:lumMod val="50000"/>
                  </a:schemeClr>
                </a:solidFill>
                <a:latin typeface="Calibri" panose="020F0502020204030204" pitchFamily="34" charset="0"/>
                <a:cs typeface="Calibri" panose="020F0502020204030204" pitchFamily="34" charset="0"/>
              </a:rPr>
              <a:t>Historical calibration influences future competition through the “share-weight” (</a:t>
            </a:r>
            <a:r>
              <a:rPr lang="el-GR" sz="2000" i="1">
                <a:solidFill>
                  <a:schemeClr val="tx1">
                    <a:lumMod val="50000"/>
                  </a:schemeClr>
                </a:solidFill>
                <a:latin typeface="Calibri" panose="020F0502020204030204" pitchFamily="34" charset="0"/>
                <a:cs typeface="Calibri" panose="020F0502020204030204" pitchFamily="34" charset="0"/>
              </a:rPr>
              <a:t>α</a:t>
            </a:r>
            <a:r>
              <a:rPr lang="en-US" sz="2000">
                <a:solidFill>
                  <a:schemeClr val="tx1">
                    <a:lumMod val="50000"/>
                  </a:schemeClr>
                </a:solidFill>
                <a:latin typeface="Calibri" panose="020F0502020204030204" pitchFamily="34" charset="0"/>
                <a:cs typeface="Calibri" panose="020F0502020204030204" pitchFamily="34" charset="0"/>
              </a:rPr>
              <a:t>)</a:t>
            </a:r>
          </a:p>
          <a:p>
            <a:pPr lvl="1"/>
            <a:r>
              <a:rPr lang="en-US" sz="2000">
                <a:solidFill>
                  <a:schemeClr val="tx1">
                    <a:lumMod val="50000"/>
                  </a:schemeClr>
                </a:solidFill>
                <a:latin typeface="Calibri" panose="020F0502020204030204" pitchFamily="34" charset="0"/>
                <a:cs typeface="Calibri" panose="020F0502020204030204" pitchFamily="34" charset="0"/>
              </a:rPr>
              <a:t>Exponent reflects a non-constant elasticity term</a:t>
            </a:r>
          </a:p>
          <a:p>
            <a:endParaRPr lang="en-US" sz="2400">
              <a:solidFill>
                <a:schemeClr val="tx1">
                  <a:lumMod val="50000"/>
                </a:schemeClr>
              </a:solidFill>
              <a:latin typeface="Calibri" panose="020F0502020204030204" pitchFamily="34" charset="0"/>
              <a:cs typeface="Calibri" panose="020F0502020204030204" pitchFamily="34" charset="0"/>
            </a:endParaRPr>
          </a:p>
          <a:p>
            <a:r>
              <a:rPr lang="en-US" sz="2400">
                <a:solidFill>
                  <a:schemeClr val="tx1">
                    <a:lumMod val="50000"/>
                  </a:schemeClr>
                </a:solidFill>
                <a:latin typeface="Calibri" panose="020F0502020204030204" pitchFamily="34" charset="0"/>
                <a:cs typeface="Calibri" panose="020F0502020204030204" pitchFamily="34" charset="0"/>
              </a:rPr>
              <a:t>In general, GCAM production functions, supplies and demands, and markets are non-linear.</a:t>
            </a:r>
          </a:p>
          <a:p>
            <a:pPr lvl="1"/>
            <a:r>
              <a:rPr lang="en-US" sz="2000">
                <a:solidFill>
                  <a:schemeClr val="tx1">
                    <a:lumMod val="50000"/>
                  </a:schemeClr>
                </a:solidFill>
                <a:latin typeface="Calibri" panose="020F0502020204030204" pitchFamily="34" charset="0"/>
                <a:cs typeface="Calibri" panose="020F0502020204030204" pitchFamily="34" charset="0"/>
              </a:rPr>
              <a:t>Increasing marginal costs.</a:t>
            </a:r>
          </a:p>
          <a:p>
            <a:pPr lvl="1"/>
            <a:r>
              <a:rPr lang="en-US" sz="2000">
                <a:solidFill>
                  <a:schemeClr val="tx1">
                    <a:lumMod val="50000"/>
                  </a:schemeClr>
                </a:solidFill>
                <a:latin typeface="Calibri" panose="020F0502020204030204" pitchFamily="34" charset="0"/>
                <a:cs typeface="Calibri" panose="020F0502020204030204" pitchFamily="34" charset="0"/>
              </a:rPr>
              <a:t>Diminishing returns to scale.</a:t>
            </a:r>
          </a:p>
          <a:p>
            <a:pPr lvl="1"/>
            <a:r>
              <a:rPr lang="en-US" sz="2000">
                <a:solidFill>
                  <a:schemeClr val="tx1">
                    <a:lumMod val="50000"/>
                  </a:schemeClr>
                </a:solidFill>
                <a:latin typeface="Calibri" panose="020F0502020204030204" pitchFamily="34" charset="0"/>
                <a:cs typeface="Calibri" panose="020F0502020204030204" pitchFamily="34" charset="0"/>
              </a:rPr>
              <a:t>Linear constraints are not needed to bound solution.</a:t>
            </a:r>
          </a:p>
          <a:p>
            <a:endParaRPr lang="en-US" sz="2400">
              <a:solidFill>
                <a:schemeClr val="tx1">
                  <a:lumMod val="50000"/>
                </a:schemeClr>
              </a:solidFill>
              <a:latin typeface="Calibri" panose="020F0502020204030204" pitchFamily="34" charset="0"/>
              <a:cs typeface="Calibri" panose="020F0502020204030204" pitchFamily="34" charset="0"/>
            </a:endParaRPr>
          </a:p>
        </p:txBody>
      </p:sp>
      <p:sp>
        <p:nvSpPr>
          <p:cNvPr id="24581" name="Footer Placeholder 4"/>
          <p:cNvSpPr txBox="1">
            <a:spLocks noGrp="1"/>
          </p:cNvSpPr>
          <p:nvPr/>
        </p:nvSpPr>
        <p:spPr bwMode="auto">
          <a:xfrm>
            <a:off x="12024360" y="7787640"/>
            <a:ext cx="731520" cy="2743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tabLst>
                <a:tab pos="457200" algn="l"/>
                <a:tab pos="800100" algn="l"/>
                <a:tab pos="1257300" algn="l"/>
              </a:tabLst>
              <a:defRPr>
                <a:solidFill>
                  <a:schemeClr val="tx1"/>
                </a:solidFill>
                <a:latin typeface="Arial" charset="0"/>
                <a:ea typeface="ＭＳ Ｐゴシック" charset="0"/>
              </a:defRPr>
            </a:lvl1pPr>
            <a:lvl2pPr marL="742950" indent="-285750" eaLnBrk="0" hangingPunct="0">
              <a:tabLst>
                <a:tab pos="457200" algn="l"/>
                <a:tab pos="800100" algn="l"/>
                <a:tab pos="1257300" algn="l"/>
              </a:tabLst>
              <a:defRPr>
                <a:solidFill>
                  <a:schemeClr val="tx1"/>
                </a:solidFill>
                <a:latin typeface="Arial" charset="0"/>
                <a:ea typeface="ＭＳ Ｐゴシック" charset="0"/>
              </a:defRPr>
            </a:lvl2pPr>
            <a:lvl3pPr marL="1143000" indent="-228600" eaLnBrk="0" hangingPunct="0">
              <a:tabLst>
                <a:tab pos="457200" algn="l"/>
                <a:tab pos="800100" algn="l"/>
                <a:tab pos="1257300" algn="l"/>
              </a:tabLst>
              <a:defRPr>
                <a:solidFill>
                  <a:schemeClr val="tx1"/>
                </a:solidFill>
                <a:latin typeface="Arial" charset="0"/>
                <a:ea typeface="ＭＳ Ｐゴシック" charset="0"/>
              </a:defRPr>
            </a:lvl3pPr>
            <a:lvl4pPr marL="1600200" indent="-228600" eaLnBrk="0" hangingPunct="0">
              <a:tabLst>
                <a:tab pos="457200" algn="l"/>
                <a:tab pos="800100" algn="l"/>
                <a:tab pos="1257300" algn="l"/>
              </a:tabLst>
              <a:defRPr>
                <a:solidFill>
                  <a:schemeClr val="tx1"/>
                </a:solidFill>
                <a:latin typeface="Arial" charset="0"/>
                <a:ea typeface="ＭＳ Ｐゴシック" charset="0"/>
              </a:defRPr>
            </a:lvl4pPr>
            <a:lvl5pPr marL="2057400" indent="-228600" eaLnBrk="0" hangingPunct="0">
              <a:tabLst>
                <a:tab pos="457200" algn="l"/>
                <a:tab pos="800100" algn="l"/>
                <a:tab pos="1257300" algn="l"/>
              </a:tabLst>
              <a:defRPr>
                <a:solidFill>
                  <a:schemeClr val="tx1"/>
                </a:solidFill>
                <a:latin typeface="Arial" charset="0"/>
                <a:ea typeface="ＭＳ Ｐゴシック" charset="0"/>
              </a:defRPr>
            </a:lvl5pPr>
            <a:lvl6pPr marL="2514600" indent="-228600" eaLnBrk="0" fontAlgn="base" hangingPunct="0">
              <a:spcBef>
                <a:spcPct val="0"/>
              </a:spcBef>
              <a:spcAft>
                <a:spcPct val="0"/>
              </a:spcAft>
              <a:tabLst>
                <a:tab pos="457200" algn="l"/>
                <a:tab pos="800100" algn="l"/>
                <a:tab pos="1257300" algn="l"/>
              </a:tabLst>
              <a:defRPr>
                <a:solidFill>
                  <a:schemeClr val="tx1"/>
                </a:solidFill>
                <a:latin typeface="Arial" charset="0"/>
                <a:ea typeface="ＭＳ Ｐゴシック" charset="0"/>
              </a:defRPr>
            </a:lvl6pPr>
            <a:lvl7pPr marL="2971800" indent="-228600" eaLnBrk="0" fontAlgn="base" hangingPunct="0">
              <a:spcBef>
                <a:spcPct val="0"/>
              </a:spcBef>
              <a:spcAft>
                <a:spcPct val="0"/>
              </a:spcAft>
              <a:tabLst>
                <a:tab pos="457200" algn="l"/>
                <a:tab pos="800100" algn="l"/>
                <a:tab pos="1257300" algn="l"/>
              </a:tabLst>
              <a:defRPr>
                <a:solidFill>
                  <a:schemeClr val="tx1"/>
                </a:solidFill>
                <a:latin typeface="Arial" charset="0"/>
                <a:ea typeface="ＭＳ Ｐゴシック" charset="0"/>
              </a:defRPr>
            </a:lvl7pPr>
            <a:lvl8pPr marL="3429000" indent="-228600" eaLnBrk="0" fontAlgn="base" hangingPunct="0">
              <a:spcBef>
                <a:spcPct val="0"/>
              </a:spcBef>
              <a:spcAft>
                <a:spcPct val="0"/>
              </a:spcAft>
              <a:tabLst>
                <a:tab pos="457200" algn="l"/>
                <a:tab pos="800100" algn="l"/>
                <a:tab pos="1257300" algn="l"/>
              </a:tabLst>
              <a:defRPr>
                <a:solidFill>
                  <a:schemeClr val="tx1"/>
                </a:solidFill>
                <a:latin typeface="Arial" charset="0"/>
                <a:ea typeface="ＭＳ Ｐゴシック" charset="0"/>
              </a:defRPr>
            </a:lvl8pPr>
            <a:lvl9pPr marL="3886200" indent="-228600" eaLnBrk="0" fontAlgn="base" hangingPunct="0">
              <a:spcBef>
                <a:spcPct val="0"/>
              </a:spcBef>
              <a:spcAft>
                <a:spcPct val="0"/>
              </a:spcAft>
              <a:tabLst>
                <a:tab pos="457200" algn="l"/>
                <a:tab pos="800100" algn="l"/>
                <a:tab pos="1257300" algn="l"/>
              </a:tabLst>
              <a:defRPr>
                <a:solidFill>
                  <a:schemeClr val="tx1"/>
                </a:solidFill>
                <a:latin typeface="Arial" charset="0"/>
                <a:ea typeface="ＭＳ Ｐゴシック" charset="0"/>
              </a:defRPr>
            </a:lvl9pPr>
          </a:lstStyle>
          <a:p>
            <a:pPr eaLnBrk="1" hangingPunct="1"/>
            <a:fld id="{B3A43AB6-8B4A-A449-A2FA-A1BA2EBC63CD}" type="slidenum">
              <a:rPr lang="en-US" sz="1080">
                <a:solidFill>
                  <a:srgbClr val="777777"/>
                </a:solidFill>
              </a:rPr>
              <a:pPr eaLnBrk="1" hangingPunct="1"/>
              <a:t>6</a:t>
            </a:fld>
            <a:r>
              <a:rPr lang="en-US" sz="1080">
                <a:solidFill>
                  <a:srgbClr val="777777"/>
                </a:solidFill>
                <a:latin typeface="Times New Roman" charset="0"/>
              </a:rPr>
              <a:t> </a:t>
            </a:r>
          </a:p>
        </p:txBody>
      </p:sp>
      <p:pic>
        <p:nvPicPr>
          <p:cNvPr id="24582" name="Picture 4"/>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486187" y="1611532"/>
            <a:ext cx="5462190" cy="61608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aphicFrame>
        <p:nvGraphicFramePr>
          <p:cNvPr id="10" name="Object 2"/>
          <p:cNvGraphicFramePr>
            <a:graphicFrameLocks noChangeAspect="1"/>
          </p:cNvGraphicFramePr>
          <p:nvPr>
            <p:extLst>
              <p:ext uri="{D42A27DB-BD31-4B8C-83A1-F6EECF244321}">
                <p14:modId xmlns:p14="http://schemas.microsoft.com/office/powerpoint/2010/main" val="1679869973"/>
              </p:ext>
            </p:extLst>
          </p:nvPr>
        </p:nvGraphicFramePr>
        <p:xfrm>
          <a:off x="5125293" y="5569511"/>
          <a:ext cx="1823084" cy="1287780"/>
        </p:xfrm>
        <a:graphic>
          <a:graphicData uri="http://schemas.openxmlformats.org/presentationml/2006/ole">
            <mc:AlternateContent xmlns:mc="http://schemas.openxmlformats.org/markup-compatibility/2006">
              <mc:Choice xmlns:v="urn:schemas-microsoft-com:vml" Requires="v">
                <p:oleObj name="Equation" r:id="rId3" imgW="863280" imgH="609480" progId="Equation.3">
                  <p:embed/>
                </p:oleObj>
              </mc:Choice>
              <mc:Fallback>
                <p:oleObj name="Equation" r:id="rId3" imgW="863280" imgH="609480" progId="Equation.3">
                  <p:embed/>
                  <p:pic>
                    <p:nvPicPr>
                      <p:cNvPr id="1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5293" y="5569511"/>
                        <a:ext cx="1823084" cy="128778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11850094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FA294FE-4673-344A-8670-E8CF002CC074}"/>
              </a:ext>
            </a:extLst>
          </p:cNvPr>
          <p:cNvSpPr>
            <a:spLocks noGrp="1"/>
          </p:cNvSpPr>
          <p:nvPr>
            <p:ph type="sldNum" sz="quarter" idx="12"/>
          </p:nvPr>
        </p:nvSpPr>
        <p:spPr/>
        <p:txBody>
          <a:bodyPr/>
          <a:lstStyle/>
          <a:p>
            <a:fld id="{FE7A4BB3-E848-5A44-82DF-322201952CD8}" type="slidenum">
              <a:rPr lang="en-US" smtClean="0"/>
              <a:pPr/>
              <a:t>7</a:t>
            </a:fld>
            <a:endParaRPr lang="en-US"/>
          </a:p>
        </p:txBody>
      </p:sp>
      <p:sp>
        <p:nvSpPr>
          <p:cNvPr id="7" name="Title 6">
            <a:extLst>
              <a:ext uri="{FF2B5EF4-FFF2-40B4-BE49-F238E27FC236}">
                <a16:creationId xmlns:a16="http://schemas.microsoft.com/office/drawing/2014/main" id="{4129BE42-C42A-904C-8F16-93E655CA903B}"/>
              </a:ext>
            </a:extLst>
          </p:cNvPr>
          <p:cNvSpPr>
            <a:spLocks noGrp="1"/>
          </p:cNvSpPr>
          <p:nvPr>
            <p:ph type="title"/>
          </p:nvPr>
        </p:nvSpPr>
        <p:spPr>
          <a:xfrm>
            <a:off x="3429000" y="145430"/>
            <a:ext cx="10744200" cy="1100666"/>
          </a:xfrm>
        </p:spPr>
        <p:txBody>
          <a:bodyPr/>
          <a:lstStyle/>
          <a:p>
            <a:r>
              <a:rPr lang="en-US"/>
              <a:t>Regional Teleconnections and Economic Trade</a:t>
            </a:r>
          </a:p>
        </p:txBody>
      </p:sp>
      <p:sp>
        <p:nvSpPr>
          <p:cNvPr id="8" name="Content Placeholder 7">
            <a:extLst>
              <a:ext uri="{FF2B5EF4-FFF2-40B4-BE49-F238E27FC236}">
                <a16:creationId xmlns:a16="http://schemas.microsoft.com/office/drawing/2014/main" id="{41DE296F-9022-144C-8526-7CCA649FAD00}"/>
              </a:ext>
            </a:extLst>
          </p:cNvPr>
          <p:cNvSpPr>
            <a:spLocks noGrp="1"/>
          </p:cNvSpPr>
          <p:nvPr>
            <p:ph sz="quarter" idx="20"/>
          </p:nvPr>
        </p:nvSpPr>
        <p:spPr>
          <a:xfrm>
            <a:off x="1095152" y="1719250"/>
            <a:ext cx="6604093" cy="6120736"/>
          </a:xfrm>
        </p:spPr>
        <p:txBody>
          <a:bodyPr/>
          <a:lstStyle/>
          <a:p>
            <a:r>
              <a:rPr lang="en-US">
                <a:solidFill>
                  <a:schemeClr val="tx1">
                    <a:lumMod val="50000"/>
                  </a:schemeClr>
                </a:solidFill>
                <a:latin typeface="Arial"/>
                <a:cs typeface="Arial"/>
              </a:rPr>
              <a:t>Trade and teleconnections are key to understanding dynamic impacts and outcomes: globally and in the US.</a:t>
            </a:r>
          </a:p>
          <a:p>
            <a:r>
              <a:rPr lang="en-US">
                <a:solidFill>
                  <a:schemeClr val="tx1">
                    <a:lumMod val="50000"/>
                  </a:schemeClr>
                </a:solidFill>
                <a:latin typeface="Arial"/>
                <a:cs typeface="Arial"/>
              </a:rPr>
              <a:t>Critical to several research areas:</a:t>
            </a:r>
          </a:p>
          <a:p>
            <a:pPr lvl="1"/>
            <a:r>
              <a:rPr lang="en-US" sz="2000">
                <a:solidFill>
                  <a:schemeClr val="tx1">
                    <a:lumMod val="50000"/>
                  </a:schemeClr>
                </a:solidFill>
                <a:latin typeface="Arial"/>
                <a:cs typeface="Arial"/>
              </a:rPr>
              <a:t>Trade in energy and important minerals,</a:t>
            </a:r>
          </a:p>
          <a:p>
            <a:pPr lvl="1"/>
            <a:r>
              <a:rPr lang="en-US" sz="2000">
                <a:solidFill>
                  <a:schemeClr val="tx1">
                    <a:lumMod val="50000"/>
                  </a:schemeClr>
                </a:solidFill>
                <a:latin typeface="Arial"/>
                <a:cs typeface="Arial"/>
              </a:rPr>
              <a:t>Regional energy and food prices/access</a:t>
            </a:r>
          </a:p>
          <a:p>
            <a:pPr marL="548640" lvl="1" indent="0">
              <a:buNone/>
            </a:pPr>
            <a:endParaRPr lang="en-US" sz="2000">
              <a:solidFill>
                <a:schemeClr val="tx1">
                  <a:lumMod val="50000"/>
                </a:schemeClr>
              </a:solidFill>
              <a:latin typeface="Arial"/>
              <a:cs typeface="Arial"/>
            </a:endParaRPr>
          </a:p>
          <a:p>
            <a:r>
              <a:rPr lang="en-US">
                <a:solidFill>
                  <a:schemeClr val="tx1">
                    <a:lumMod val="50000"/>
                  </a:schemeClr>
                </a:solidFill>
                <a:latin typeface="Arial"/>
                <a:cs typeface="Arial"/>
              </a:rPr>
              <a:t>GCAM now has trade capabilities on par with prominent trade models.</a:t>
            </a:r>
          </a:p>
          <a:p>
            <a:endParaRPr lang="en-US" i="1">
              <a:solidFill>
                <a:schemeClr val="tx1">
                  <a:lumMod val="50000"/>
                </a:schemeClr>
              </a:solidFill>
              <a:latin typeface="Arial"/>
              <a:cs typeface="Arial"/>
            </a:endParaRPr>
          </a:p>
          <a:p>
            <a:r>
              <a:rPr lang="en-US" b="1" i="1">
                <a:solidFill>
                  <a:schemeClr val="tx1">
                    <a:lumMod val="50000"/>
                  </a:schemeClr>
                </a:solidFill>
                <a:latin typeface="Arial"/>
                <a:cs typeface="Arial"/>
              </a:rPr>
              <a:t>GCAM can parameterize the full range from simple global trade, detailed bilateral trade, regional trading blocs, to Zero trade.</a:t>
            </a:r>
          </a:p>
          <a:p>
            <a:endParaRPr lang="en-US" sz="2400">
              <a:solidFill>
                <a:schemeClr val="tx1">
                  <a:lumMod val="50000"/>
                </a:schemeClr>
              </a:solidFill>
              <a:latin typeface="Arial"/>
              <a:cs typeface="Arial"/>
            </a:endParaRPr>
          </a:p>
          <a:p>
            <a:endParaRPr lang="en-US" sz="2000">
              <a:solidFill>
                <a:schemeClr val="tx1">
                  <a:lumMod val="50000"/>
                </a:schemeClr>
              </a:solidFill>
              <a:latin typeface="Arial"/>
              <a:cs typeface="Arial"/>
            </a:endParaRPr>
          </a:p>
          <a:p>
            <a:pPr marL="548640" lvl="1" indent="0">
              <a:buNone/>
            </a:pPr>
            <a:endParaRPr lang="en-US">
              <a:solidFill>
                <a:schemeClr val="tx1">
                  <a:lumMod val="50000"/>
                </a:schemeClr>
              </a:solidFill>
              <a:latin typeface="Arial"/>
              <a:cs typeface="Arial"/>
            </a:endParaRPr>
          </a:p>
          <a:p>
            <a:pPr marL="548640" lvl="1" indent="0">
              <a:buNone/>
            </a:pPr>
            <a:endParaRPr lang="en-US">
              <a:solidFill>
                <a:schemeClr val="tx1">
                  <a:lumMod val="50000"/>
                </a:schemeClr>
              </a:solidFill>
              <a:latin typeface="Arial"/>
              <a:cs typeface="Arial"/>
            </a:endParaRPr>
          </a:p>
          <a:p>
            <a:pPr lvl="1"/>
            <a:endParaRPr lang="en-US">
              <a:solidFill>
                <a:schemeClr val="tx1">
                  <a:lumMod val="50000"/>
                </a:schemeClr>
              </a:solidFill>
              <a:latin typeface="Arial"/>
              <a:cs typeface="Arial"/>
            </a:endParaRPr>
          </a:p>
          <a:p>
            <a:endParaRPr lang="en-US">
              <a:solidFill>
                <a:schemeClr val="tx1">
                  <a:lumMod val="50000"/>
                </a:schemeClr>
              </a:solidFill>
              <a:latin typeface="Arial"/>
              <a:cs typeface="Arial"/>
            </a:endParaRPr>
          </a:p>
        </p:txBody>
      </p:sp>
      <p:pic>
        <p:nvPicPr>
          <p:cNvPr id="4" name="Picture 3">
            <a:extLst>
              <a:ext uri="{FF2B5EF4-FFF2-40B4-BE49-F238E27FC236}">
                <a16:creationId xmlns:a16="http://schemas.microsoft.com/office/drawing/2014/main" id="{B27CCB82-4892-8FBA-B9A7-CE6CC51AE128}"/>
              </a:ext>
            </a:extLst>
          </p:cNvPr>
          <p:cNvPicPr>
            <a:picLocks noChangeAspect="1"/>
          </p:cNvPicPr>
          <p:nvPr/>
        </p:nvPicPr>
        <p:blipFill>
          <a:blip r:embed="rId2"/>
          <a:stretch>
            <a:fillRect/>
          </a:stretch>
        </p:blipFill>
        <p:spPr>
          <a:xfrm rot="5400000">
            <a:off x="7701574" y="977108"/>
            <a:ext cx="6195899" cy="8018223"/>
          </a:xfrm>
          <a:prstGeom prst="rect">
            <a:avLst/>
          </a:prstGeom>
        </p:spPr>
      </p:pic>
      <p:cxnSp>
        <p:nvCxnSpPr>
          <p:cNvPr id="5" name="Straight Arrow Connector 4">
            <a:extLst>
              <a:ext uri="{FF2B5EF4-FFF2-40B4-BE49-F238E27FC236}">
                <a16:creationId xmlns:a16="http://schemas.microsoft.com/office/drawing/2014/main" id="{30E85817-A722-3105-4081-F1A4A7205D73}"/>
              </a:ext>
            </a:extLst>
          </p:cNvPr>
          <p:cNvCxnSpPr>
            <a:cxnSpLocks/>
          </p:cNvCxnSpPr>
          <p:nvPr/>
        </p:nvCxnSpPr>
        <p:spPr>
          <a:xfrm flipH="1">
            <a:off x="12710745" y="4330668"/>
            <a:ext cx="647015" cy="169684"/>
          </a:xfrm>
          <a:prstGeom prst="straightConnector1">
            <a:avLst/>
          </a:prstGeom>
          <a:ln w="19050">
            <a:headEnd w="lg" len="lg"/>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42D58AB-7CB4-DB09-9005-8D5DC75E2C37}"/>
              </a:ext>
            </a:extLst>
          </p:cNvPr>
          <p:cNvSpPr txBox="1"/>
          <p:nvPr/>
        </p:nvSpPr>
        <p:spPr>
          <a:xfrm>
            <a:off x="13357760" y="3878371"/>
            <a:ext cx="1347844" cy="757130"/>
          </a:xfrm>
          <a:prstGeom prst="rect">
            <a:avLst/>
          </a:prstGeom>
          <a:noFill/>
        </p:spPr>
        <p:txBody>
          <a:bodyPr wrap="square" rtlCol="0">
            <a:spAutoFit/>
          </a:bodyPr>
          <a:lstStyle/>
          <a:p>
            <a:r>
              <a:rPr lang="en-US">
                <a:solidFill>
                  <a:schemeClr val="accent6"/>
                </a:solidFill>
              </a:rPr>
              <a:t>Exports to World</a:t>
            </a:r>
          </a:p>
        </p:txBody>
      </p:sp>
      <p:cxnSp>
        <p:nvCxnSpPr>
          <p:cNvPr id="9" name="Straight Arrow Connector 8">
            <a:extLst>
              <a:ext uri="{FF2B5EF4-FFF2-40B4-BE49-F238E27FC236}">
                <a16:creationId xmlns:a16="http://schemas.microsoft.com/office/drawing/2014/main" id="{C48DFD12-29EA-D47D-2EE2-30EA3B4272B4}"/>
              </a:ext>
            </a:extLst>
          </p:cNvPr>
          <p:cNvCxnSpPr>
            <a:cxnSpLocks/>
          </p:cNvCxnSpPr>
          <p:nvPr/>
        </p:nvCxnSpPr>
        <p:spPr>
          <a:xfrm flipH="1">
            <a:off x="12389594" y="3065495"/>
            <a:ext cx="792824" cy="544765"/>
          </a:xfrm>
          <a:prstGeom prst="straightConnector1">
            <a:avLst/>
          </a:prstGeom>
          <a:ln w="19050">
            <a:headEnd w="lg" len="lg"/>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C231F9D-F23E-5325-31A6-0D141B0B063E}"/>
              </a:ext>
            </a:extLst>
          </p:cNvPr>
          <p:cNvSpPr txBox="1"/>
          <p:nvPr/>
        </p:nvSpPr>
        <p:spPr>
          <a:xfrm>
            <a:off x="13094992" y="2345087"/>
            <a:ext cx="1347844" cy="1089529"/>
          </a:xfrm>
          <a:prstGeom prst="rect">
            <a:avLst/>
          </a:prstGeom>
          <a:noFill/>
        </p:spPr>
        <p:txBody>
          <a:bodyPr wrap="square" rtlCol="0">
            <a:spAutoFit/>
          </a:bodyPr>
          <a:lstStyle/>
          <a:p>
            <a:r>
              <a:rPr lang="en-US">
                <a:solidFill>
                  <a:schemeClr val="accent6"/>
                </a:solidFill>
              </a:rPr>
              <a:t>Imports from World</a:t>
            </a:r>
          </a:p>
        </p:txBody>
      </p:sp>
      <p:sp>
        <p:nvSpPr>
          <p:cNvPr id="11" name="TextBox 10">
            <a:extLst>
              <a:ext uri="{FF2B5EF4-FFF2-40B4-BE49-F238E27FC236}">
                <a16:creationId xmlns:a16="http://schemas.microsoft.com/office/drawing/2014/main" id="{AF5BA4DD-A56A-AFBA-AB05-A5DF5BF8D194}"/>
              </a:ext>
            </a:extLst>
          </p:cNvPr>
          <p:cNvSpPr txBox="1"/>
          <p:nvPr/>
        </p:nvSpPr>
        <p:spPr>
          <a:xfrm>
            <a:off x="10162562" y="7519787"/>
            <a:ext cx="1499958" cy="424732"/>
          </a:xfrm>
          <a:prstGeom prst="rect">
            <a:avLst/>
          </a:prstGeom>
          <a:noFill/>
        </p:spPr>
        <p:txBody>
          <a:bodyPr wrap="square" rtlCol="0">
            <a:spAutoFit/>
          </a:bodyPr>
          <a:lstStyle/>
          <a:p>
            <a:r>
              <a:rPr lang="en-US">
                <a:solidFill>
                  <a:schemeClr val="accent6"/>
                </a:solidFill>
              </a:rPr>
              <a:t>Production</a:t>
            </a:r>
          </a:p>
        </p:txBody>
      </p:sp>
      <p:sp>
        <p:nvSpPr>
          <p:cNvPr id="12" name="TextBox 11">
            <a:extLst>
              <a:ext uri="{FF2B5EF4-FFF2-40B4-BE49-F238E27FC236}">
                <a16:creationId xmlns:a16="http://schemas.microsoft.com/office/drawing/2014/main" id="{06413032-3966-90D0-28CD-B0C4748AE099}"/>
              </a:ext>
            </a:extLst>
          </p:cNvPr>
          <p:cNvSpPr txBox="1"/>
          <p:nvPr/>
        </p:nvSpPr>
        <p:spPr>
          <a:xfrm>
            <a:off x="8417012" y="7281570"/>
            <a:ext cx="1347844" cy="424732"/>
          </a:xfrm>
          <a:prstGeom prst="rect">
            <a:avLst/>
          </a:prstGeom>
          <a:noFill/>
        </p:spPr>
        <p:txBody>
          <a:bodyPr wrap="square" rtlCol="0">
            <a:spAutoFit/>
          </a:bodyPr>
          <a:lstStyle/>
          <a:p>
            <a:r>
              <a:rPr lang="en-US">
                <a:solidFill>
                  <a:schemeClr val="accent6"/>
                </a:solidFill>
              </a:rPr>
              <a:t>Demand</a:t>
            </a:r>
          </a:p>
        </p:txBody>
      </p:sp>
      <p:cxnSp>
        <p:nvCxnSpPr>
          <p:cNvPr id="13" name="Straight Arrow Connector 12">
            <a:extLst>
              <a:ext uri="{FF2B5EF4-FFF2-40B4-BE49-F238E27FC236}">
                <a16:creationId xmlns:a16="http://schemas.microsoft.com/office/drawing/2014/main" id="{0DBC10FD-55FC-AEF3-2970-31C5C500908C}"/>
              </a:ext>
            </a:extLst>
          </p:cNvPr>
          <p:cNvCxnSpPr>
            <a:cxnSpLocks/>
          </p:cNvCxnSpPr>
          <p:nvPr/>
        </p:nvCxnSpPr>
        <p:spPr>
          <a:xfrm flipV="1">
            <a:off x="9644539" y="6944507"/>
            <a:ext cx="419041" cy="383264"/>
          </a:xfrm>
          <a:prstGeom prst="straightConnector1">
            <a:avLst/>
          </a:prstGeom>
          <a:ln w="19050">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A455DEE-A362-C0CF-3B4A-CF8E438BD8C3}"/>
              </a:ext>
            </a:extLst>
          </p:cNvPr>
          <p:cNvCxnSpPr>
            <a:cxnSpLocks/>
          </p:cNvCxnSpPr>
          <p:nvPr/>
        </p:nvCxnSpPr>
        <p:spPr>
          <a:xfrm flipV="1">
            <a:off x="10781346" y="7059841"/>
            <a:ext cx="0" cy="434095"/>
          </a:xfrm>
          <a:prstGeom prst="straightConnector1">
            <a:avLst/>
          </a:prstGeom>
          <a:ln w="19050">
            <a:headEnd w="lg" len="lg"/>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94BB3D5D-1490-6E12-3E2F-C305E2C27971}"/>
              </a:ext>
            </a:extLst>
          </p:cNvPr>
          <p:cNvSpPr txBox="1"/>
          <p:nvPr/>
        </p:nvSpPr>
        <p:spPr>
          <a:xfrm>
            <a:off x="8135419" y="1288105"/>
            <a:ext cx="2901756" cy="1200329"/>
          </a:xfrm>
          <a:prstGeom prst="rect">
            <a:avLst/>
          </a:prstGeom>
          <a:noFill/>
        </p:spPr>
        <p:txBody>
          <a:bodyPr wrap="square" rtlCol="0">
            <a:spAutoFit/>
          </a:bodyPr>
          <a:lstStyle/>
          <a:p>
            <a:pPr algn="ctr"/>
            <a:r>
              <a:rPr lang="en-US" sz="2400" b="1">
                <a:latin typeface="Arial"/>
                <a:cs typeface="Arial"/>
              </a:rPr>
              <a:t>Wheat in GCAM: Regional Markets with Global Trade</a:t>
            </a:r>
          </a:p>
        </p:txBody>
      </p:sp>
    </p:spTree>
    <p:extLst>
      <p:ext uri="{BB962C8B-B14F-4D97-AF65-F5344CB8AC3E}">
        <p14:creationId xmlns:p14="http://schemas.microsoft.com/office/powerpoint/2010/main" val="338853244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3829" y="270933"/>
            <a:ext cx="11299371" cy="1310979"/>
          </a:xfrm>
        </p:spPr>
        <p:txBody>
          <a:bodyPr anchor="t"/>
          <a:lstStyle/>
          <a:p>
            <a:r>
              <a:rPr lang="en-US"/>
              <a:t>GCAM Results are a function of scenario input assumptions </a:t>
            </a:r>
          </a:p>
        </p:txBody>
      </p:sp>
      <p:sp>
        <p:nvSpPr>
          <p:cNvPr id="26" name="Rectangle 25">
            <a:extLst>
              <a:ext uri="{FF2B5EF4-FFF2-40B4-BE49-F238E27FC236}">
                <a16:creationId xmlns:a16="http://schemas.microsoft.com/office/drawing/2014/main" id="{23EC7FED-9351-734F-ADDC-292424291ABC}"/>
              </a:ext>
            </a:extLst>
          </p:cNvPr>
          <p:cNvSpPr/>
          <p:nvPr/>
        </p:nvSpPr>
        <p:spPr>
          <a:xfrm>
            <a:off x="9131073" y="6573522"/>
            <a:ext cx="3825025" cy="14218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92"/>
          </a:p>
        </p:txBody>
      </p:sp>
      <p:sp>
        <p:nvSpPr>
          <p:cNvPr id="27" name="TextBox 26">
            <a:extLst>
              <a:ext uri="{FF2B5EF4-FFF2-40B4-BE49-F238E27FC236}">
                <a16:creationId xmlns:a16="http://schemas.microsoft.com/office/drawing/2014/main" id="{ABF872B9-4349-9445-895F-667A40ADEC01}"/>
              </a:ext>
            </a:extLst>
          </p:cNvPr>
          <p:cNvSpPr txBox="1"/>
          <p:nvPr/>
        </p:nvSpPr>
        <p:spPr>
          <a:xfrm>
            <a:off x="1998592" y="2778263"/>
            <a:ext cx="2990301" cy="978729"/>
          </a:xfrm>
          <a:prstGeom prst="rect">
            <a:avLst/>
          </a:prstGeom>
          <a:noFill/>
        </p:spPr>
        <p:txBody>
          <a:bodyPr wrap="square" rtlCol="0">
            <a:spAutoFit/>
          </a:bodyPr>
          <a:lstStyle/>
          <a:p>
            <a:pPr algn="ctr"/>
            <a:r>
              <a:rPr lang="en-US" sz="2880" b="1"/>
              <a:t>Scenario Assumptions</a:t>
            </a:r>
          </a:p>
        </p:txBody>
      </p:sp>
      <p:sp>
        <p:nvSpPr>
          <p:cNvPr id="28" name="Right Arrow 27">
            <a:extLst>
              <a:ext uri="{FF2B5EF4-FFF2-40B4-BE49-F238E27FC236}">
                <a16:creationId xmlns:a16="http://schemas.microsoft.com/office/drawing/2014/main" id="{AF3B7EB5-98DC-834B-9D15-E03B096E32E4}"/>
              </a:ext>
            </a:extLst>
          </p:cNvPr>
          <p:cNvSpPr/>
          <p:nvPr/>
        </p:nvSpPr>
        <p:spPr>
          <a:xfrm>
            <a:off x="9262053" y="4431805"/>
            <a:ext cx="653173" cy="956856"/>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592"/>
          </a:p>
        </p:txBody>
      </p:sp>
      <p:grpSp>
        <p:nvGrpSpPr>
          <p:cNvPr id="29" name="Group 28">
            <a:extLst>
              <a:ext uri="{FF2B5EF4-FFF2-40B4-BE49-F238E27FC236}">
                <a16:creationId xmlns:a16="http://schemas.microsoft.com/office/drawing/2014/main" id="{AB1936CD-5EB0-C644-802B-409ACC0A72E9}"/>
              </a:ext>
            </a:extLst>
          </p:cNvPr>
          <p:cNvGrpSpPr/>
          <p:nvPr/>
        </p:nvGrpSpPr>
        <p:grpSpPr>
          <a:xfrm>
            <a:off x="2142285" y="3732490"/>
            <a:ext cx="2764711" cy="2355487"/>
            <a:chOff x="132488" y="2819376"/>
            <a:chExt cx="2303926" cy="1962906"/>
          </a:xfrm>
        </p:grpSpPr>
        <p:sp>
          <p:nvSpPr>
            <p:cNvPr id="30" name="Can 29">
              <a:extLst>
                <a:ext uri="{FF2B5EF4-FFF2-40B4-BE49-F238E27FC236}">
                  <a16:creationId xmlns:a16="http://schemas.microsoft.com/office/drawing/2014/main" id="{A0A9B95B-DF1D-644E-A39C-1B172528BE3D}"/>
                </a:ext>
              </a:extLst>
            </p:cNvPr>
            <p:cNvSpPr/>
            <p:nvPr/>
          </p:nvSpPr>
          <p:spPr>
            <a:xfrm>
              <a:off x="141493" y="4302091"/>
              <a:ext cx="2294921" cy="480191"/>
            </a:xfrm>
            <a:prstGeom prst="can">
              <a:avLst/>
            </a:prstGeom>
            <a:gradFill>
              <a:gsLst>
                <a:gs pos="0">
                  <a:schemeClr val="accent3">
                    <a:lumMod val="75000"/>
                  </a:schemeClr>
                </a:gs>
                <a:gs pos="100000">
                  <a:schemeClr val="accent3">
                    <a:lumMod val="60000"/>
                    <a:lumOff val="40000"/>
                  </a:schemeClr>
                </a:gs>
              </a:gsLst>
            </a:gradFill>
            <a:ln>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solidFill>
                    <a:schemeClr val="bg1"/>
                  </a:solidFill>
                </a:rPr>
                <a:t>Policies</a:t>
              </a:r>
            </a:p>
          </p:txBody>
        </p:sp>
        <p:sp>
          <p:nvSpPr>
            <p:cNvPr id="31" name="Can 30">
              <a:extLst>
                <a:ext uri="{FF2B5EF4-FFF2-40B4-BE49-F238E27FC236}">
                  <a16:creationId xmlns:a16="http://schemas.microsoft.com/office/drawing/2014/main" id="{2787F0CB-69FB-3147-A2FE-EDB4A25E5A4B}"/>
                </a:ext>
              </a:extLst>
            </p:cNvPr>
            <p:cNvSpPr/>
            <p:nvPr/>
          </p:nvSpPr>
          <p:spPr>
            <a:xfrm>
              <a:off x="141493" y="3605619"/>
              <a:ext cx="2294921" cy="750277"/>
            </a:xfrm>
            <a:prstGeom prst="can">
              <a:avLst/>
            </a:prstGeom>
            <a:gradFill>
              <a:gsLst>
                <a:gs pos="0">
                  <a:schemeClr val="accent3">
                    <a:lumMod val="75000"/>
                  </a:schemeClr>
                </a:gs>
                <a:gs pos="100000">
                  <a:schemeClr val="accent3">
                    <a:lumMod val="60000"/>
                    <a:lumOff val="40000"/>
                  </a:schemeClr>
                </a:gs>
              </a:gsLst>
            </a:gradFill>
            <a:ln>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solidFill>
                    <a:schemeClr val="bg1"/>
                  </a:solidFill>
                </a:rPr>
                <a:t>Technology Characteristics</a:t>
              </a:r>
            </a:p>
          </p:txBody>
        </p:sp>
        <p:sp>
          <p:nvSpPr>
            <p:cNvPr id="32" name="Can 31">
              <a:extLst>
                <a:ext uri="{FF2B5EF4-FFF2-40B4-BE49-F238E27FC236}">
                  <a16:creationId xmlns:a16="http://schemas.microsoft.com/office/drawing/2014/main" id="{60DC8755-EDEC-AF4F-9A11-3D723889BF9E}"/>
                </a:ext>
              </a:extLst>
            </p:cNvPr>
            <p:cNvSpPr/>
            <p:nvPr/>
          </p:nvSpPr>
          <p:spPr>
            <a:xfrm>
              <a:off x="141493" y="3238107"/>
              <a:ext cx="2294921" cy="471199"/>
            </a:xfrm>
            <a:prstGeom prst="can">
              <a:avLst/>
            </a:prstGeom>
            <a:gradFill>
              <a:gsLst>
                <a:gs pos="0">
                  <a:schemeClr val="accent3">
                    <a:lumMod val="75000"/>
                  </a:schemeClr>
                </a:gs>
                <a:gs pos="100000">
                  <a:schemeClr val="accent3">
                    <a:lumMod val="60000"/>
                    <a:lumOff val="40000"/>
                  </a:schemeClr>
                </a:gs>
              </a:gsLst>
            </a:gradFill>
            <a:ln>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solidFill>
                    <a:schemeClr val="bg1"/>
                  </a:solidFill>
                </a:rPr>
                <a:t>Labor Productivity</a:t>
              </a:r>
            </a:p>
          </p:txBody>
        </p:sp>
        <p:sp>
          <p:nvSpPr>
            <p:cNvPr id="33" name="Can 32">
              <a:extLst>
                <a:ext uri="{FF2B5EF4-FFF2-40B4-BE49-F238E27FC236}">
                  <a16:creationId xmlns:a16="http://schemas.microsoft.com/office/drawing/2014/main" id="{4A0399AB-EE6C-AC44-8681-08A59FDDFBE2}"/>
                </a:ext>
              </a:extLst>
            </p:cNvPr>
            <p:cNvSpPr/>
            <p:nvPr/>
          </p:nvSpPr>
          <p:spPr>
            <a:xfrm>
              <a:off x="132488" y="2819376"/>
              <a:ext cx="2294921" cy="471199"/>
            </a:xfrm>
            <a:prstGeom prst="can">
              <a:avLst/>
            </a:prstGeom>
            <a:gradFill>
              <a:gsLst>
                <a:gs pos="0">
                  <a:schemeClr val="accent3">
                    <a:lumMod val="75000"/>
                  </a:schemeClr>
                </a:gs>
                <a:gs pos="100000">
                  <a:schemeClr val="accent3">
                    <a:lumMod val="60000"/>
                    <a:lumOff val="40000"/>
                  </a:schemeClr>
                </a:gs>
              </a:gsLst>
            </a:gradFill>
            <a:ln>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solidFill>
                    <a:schemeClr val="bg1"/>
                  </a:solidFill>
                </a:rPr>
                <a:t>Population</a:t>
              </a:r>
            </a:p>
          </p:txBody>
        </p:sp>
      </p:grpSp>
      <p:sp>
        <p:nvSpPr>
          <p:cNvPr id="34" name="Cube 33">
            <a:extLst>
              <a:ext uri="{FF2B5EF4-FFF2-40B4-BE49-F238E27FC236}">
                <a16:creationId xmlns:a16="http://schemas.microsoft.com/office/drawing/2014/main" id="{F9C5C359-A3D1-8C42-B0DC-A6074F245B20}"/>
              </a:ext>
            </a:extLst>
          </p:cNvPr>
          <p:cNvSpPr/>
          <p:nvPr/>
        </p:nvSpPr>
        <p:spPr>
          <a:xfrm>
            <a:off x="5703335" y="2950962"/>
            <a:ext cx="3433332" cy="3918542"/>
          </a:xfrm>
          <a:prstGeom prst="cube">
            <a:avLst>
              <a:gd name="adj" fmla="val 9233"/>
            </a:avLst>
          </a:prstGeom>
          <a:gradFill>
            <a:gsLst>
              <a:gs pos="0">
                <a:schemeClr val="bg1">
                  <a:lumMod val="50000"/>
                </a:schemeClr>
              </a:gs>
              <a:gs pos="100000">
                <a:schemeClr val="bg1">
                  <a:lumMod val="75000"/>
                </a:schemeClr>
              </a:gs>
            </a:gsLst>
          </a:gra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80"/>
              <a:t>Model Equations, Relationships, and Parameters</a:t>
            </a:r>
          </a:p>
        </p:txBody>
      </p:sp>
      <p:sp>
        <p:nvSpPr>
          <p:cNvPr id="35" name="TextBox 34">
            <a:extLst>
              <a:ext uri="{FF2B5EF4-FFF2-40B4-BE49-F238E27FC236}">
                <a16:creationId xmlns:a16="http://schemas.microsoft.com/office/drawing/2014/main" id="{B1FCB39A-BE01-024F-BBB8-C868CE9EF9DA}"/>
              </a:ext>
            </a:extLst>
          </p:cNvPr>
          <p:cNvSpPr txBox="1"/>
          <p:nvPr/>
        </p:nvSpPr>
        <p:spPr>
          <a:xfrm>
            <a:off x="9616291" y="1355210"/>
            <a:ext cx="3619921" cy="535531"/>
          </a:xfrm>
          <a:prstGeom prst="rect">
            <a:avLst/>
          </a:prstGeom>
          <a:noFill/>
        </p:spPr>
        <p:txBody>
          <a:bodyPr wrap="square" rtlCol="0">
            <a:spAutoFit/>
          </a:bodyPr>
          <a:lstStyle/>
          <a:p>
            <a:pPr algn="ctr"/>
            <a:r>
              <a:rPr lang="en-US" sz="2880" b="1"/>
              <a:t>Modeled Scenario</a:t>
            </a:r>
          </a:p>
        </p:txBody>
      </p:sp>
      <p:grpSp>
        <p:nvGrpSpPr>
          <p:cNvPr id="36" name="Group 35">
            <a:extLst>
              <a:ext uri="{FF2B5EF4-FFF2-40B4-BE49-F238E27FC236}">
                <a16:creationId xmlns:a16="http://schemas.microsoft.com/office/drawing/2014/main" id="{3429F635-18AA-1C40-8660-365B7EAA8799}"/>
              </a:ext>
            </a:extLst>
          </p:cNvPr>
          <p:cNvGrpSpPr/>
          <p:nvPr/>
        </p:nvGrpSpPr>
        <p:grpSpPr>
          <a:xfrm>
            <a:off x="10049300" y="1878305"/>
            <a:ext cx="2753905" cy="6063858"/>
            <a:chOff x="6721667" y="1354071"/>
            <a:chExt cx="2294921" cy="5053215"/>
          </a:xfrm>
        </p:grpSpPr>
        <p:sp>
          <p:nvSpPr>
            <p:cNvPr id="37" name="Can 36">
              <a:extLst>
                <a:ext uri="{FF2B5EF4-FFF2-40B4-BE49-F238E27FC236}">
                  <a16:creationId xmlns:a16="http://schemas.microsoft.com/office/drawing/2014/main" id="{06AE7BF4-8127-954D-B1D3-7D855E3CDC5C}"/>
                </a:ext>
              </a:extLst>
            </p:cNvPr>
            <p:cNvSpPr/>
            <p:nvPr/>
          </p:nvSpPr>
          <p:spPr>
            <a:xfrm>
              <a:off x="6721667" y="5716892"/>
              <a:ext cx="2294921" cy="690394"/>
            </a:xfrm>
            <a:prstGeom prst="can">
              <a:avLst/>
            </a:prstGeom>
            <a:gradFill>
              <a:gsLst>
                <a:gs pos="0">
                  <a:schemeClr val="accent2">
                    <a:lumMod val="75000"/>
                  </a:schemeClr>
                </a:gs>
                <a:gs pos="100000">
                  <a:schemeClr val="accent2">
                    <a:lumMod val="60000"/>
                    <a:lumOff val="40000"/>
                  </a:schemeClr>
                </a:gs>
              </a:gsLst>
            </a:gradFill>
            <a:ln>
              <a:solidFill>
                <a:schemeClr val="accent2">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solidFill>
                    <a:schemeClr val="bg1"/>
                  </a:solidFill>
                </a:rPr>
                <a:t>Concentrations and Temperature</a:t>
              </a:r>
            </a:p>
          </p:txBody>
        </p:sp>
        <p:sp>
          <p:nvSpPr>
            <p:cNvPr id="38" name="Can 37">
              <a:extLst>
                <a:ext uri="{FF2B5EF4-FFF2-40B4-BE49-F238E27FC236}">
                  <a16:creationId xmlns:a16="http://schemas.microsoft.com/office/drawing/2014/main" id="{CF0352E5-603B-D542-B811-B3816EF9AE90}"/>
                </a:ext>
              </a:extLst>
            </p:cNvPr>
            <p:cNvSpPr/>
            <p:nvPr/>
          </p:nvSpPr>
          <p:spPr>
            <a:xfrm>
              <a:off x="6721667" y="5336843"/>
              <a:ext cx="2294921" cy="471199"/>
            </a:xfrm>
            <a:prstGeom prst="can">
              <a:avLst/>
            </a:prstGeom>
            <a:gradFill>
              <a:gsLst>
                <a:gs pos="0">
                  <a:schemeClr val="accent2">
                    <a:lumMod val="75000"/>
                  </a:schemeClr>
                </a:gs>
                <a:gs pos="100000">
                  <a:schemeClr val="accent2">
                    <a:lumMod val="60000"/>
                    <a:lumOff val="40000"/>
                  </a:schemeClr>
                </a:gs>
              </a:gsLst>
            </a:gradFill>
            <a:ln>
              <a:solidFill>
                <a:schemeClr val="accent2">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solidFill>
                    <a:schemeClr val="bg1"/>
                  </a:solidFill>
                </a:rPr>
                <a:t>Land Use</a:t>
              </a:r>
            </a:p>
          </p:txBody>
        </p:sp>
        <p:sp>
          <p:nvSpPr>
            <p:cNvPr id="39" name="Can 38">
              <a:extLst>
                <a:ext uri="{FF2B5EF4-FFF2-40B4-BE49-F238E27FC236}">
                  <a16:creationId xmlns:a16="http://schemas.microsoft.com/office/drawing/2014/main" id="{C085EC79-42BA-244E-ACAD-4005D3A792D6}"/>
                </a:ext>
              </a:extLst>
            </p:cNvPr>
            <p:cNvSpPr/>
            <p:nvPr/>
          </p:nvSpPr>
          <p:spPr>
            <a:xfrm>
              <a:off x="6721667" y="4718153"/>
              <a:ext cx="2294921" cy="690394"/>
            </a:xfrm>
            <a:prstGeom prst="can">
              <a:avLst/>
            </a:prstGeom>
            <a:gradFill>
              <a:gsLst>
                <a:gs pos="0">
                  <a:schemeClr val="accent2">
                    <a:lumMod val="75000"/>
                  </a:schemeClr>
                </a:gs>
                <a:gs pos="100000">
                  <a:schemeClr val="accent2">
                    <a:lumMod val="60000"/>
                    <a:lumOff val="40000"/>
                  </a:schemeClr>
                </a:gs>
              </a:gsLst>
            </a:gradFill>
            <a:ln>
              <a:solidFill>
                <a:schemeClr val="accent2">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solidFill>
                    <a:schemeClr val="bg1"/>
                  </a:solidFill>
                </a:rPr>
                <a:t>Agricultural Production</a:t>
              </a:r>
            </a:p>
          </p:txBody>
        </p:sp>
        <p:sp>
          <p:nvSpPr>
            <p:cNvPr id="40" name="Can 39">
              <a:extLst>
                <a:ext uri="{FF2B5EF4-FFF2-40B4-BE49-F238E27FC236}">
                  <a16:creationId xmlns:a16="http://schemas.microsoft.com/office/drawing/2014/main" id="{761FBBCB-39CF-F342-AD67-0C7E63102B55}"/>
                </a:ext>
              </a:extLst>
            </p:cNvPr>
            <p:cNvSpPr/>
            <p:nvPr/>
          </p:nvSpPr>
          <p:spPr>
            <a:xfrm>
              <a:off x="6721667" y="4077992"/>
              <a:ext cx="2294921" cy="750277"/>
            </a:xfrm>
            <a:prstGeom prst="can">
              <a:avLst/>
            </a:prstGeom>
            <a:gradFill>
              <a:gsLst>
                <a:gs pos="0">
                  <a:schemeClr val="accent2">
                    <a:lumMod val="75000"/>
                  </a:schemeClr>
                </a:gs>
                <a:gs pos="100000">
                  <a:schemeClr val="accent2">
                    <a:lumMod val="60000"/>
                    <a:lumOff val="40000"/>
                  </a:schemeClr>
                </a:gs>
              </a:gsLst>
            </a:gradFill>
            <a:ln>
              <a:solidFill>
                <a:schemeClr val="accent2">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solidFill>
                    <a:schemeClr val="bg1"/>
                  </a:solidFill>
                </a:rPr>
                <a:t>Energy Supplies and Demands</a:t>
              </a:r>
            </a:p>
          </p:txBody>
        </p:sp>
        <p:sp>
          <p:nvSpPr>
            <p:cNvPr id="41" name="Can 40">
              <a:extLst>
                <a:ext uri="{FF2B5EF4-FFF2-40B4-BE49-F238E27FC236}">
                  <a16:creationId xmlns:a16="http://schemas.microsoft.com/office/drawing/2014/main" id="{B6518004-EED9-1240-876F-81A8B9C752F5}"/>
                </a:ext>
              </a:extLst>
            </p:cNvPr>
            <p:cNvSpPr/>
            <p:nvPr/>
          </p:nvSpPr>
          <p:spPr>
            <a:xfrm>
              <a:off x="6721667" y="3713783"/>
              <a:ext cx="2294921" cy="480191"/>
            </a:xfrm>
            <a:prstGeom prst="can">
              <a:avLst/>
            </a:prstGeom>
            <a:gradFill>
              <a:gsLst>
                <a:gs pos="0">
                  <a:schemeClr val="accent2">
                    <a:lumMod val="75000"/>
                  </a:schemeClr>
                </a:gs>
                <a:gs pos="100000">
                  <a:schemeClr val="accent2">
                    <a:lumMod val="60000"/>
                    <a:lumOff val="40000"/>
                  </a:schemeClr>
                </a:gs>
              </a:gsLst>
            </a:gradFill>
            <a:ln>
              <a:solidFill>
                <a:schemeClr val="accent2">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solidFill>
                    <a:schemeClr val="bg1"/>
                  </a:solidFill>
                </a:rPr>
                <a:t>Prices</a:t>
              </a:r>
            </a:p>
          </p:txBody>
        </p:sp>
        <p:sp>
          <p:nvSpPr>
            <p:cNvPr id="42" name="Can 41">
              <a:extLst>
                <a:ext uri="{FF2B5EF4-FFF2-40B4-BE49-F238E27FC236}">
                  <a16:creationId xmlns:a16="http://schemas.microsoft.com/office/drawing/2014/main" id="{08B5E879-C550-C447-BB60-FAA9C3974793}"/>
                </a:ext>
              </a:extLst>
            </p:cNvPr>
            <p:cNvSpPr/>
            <p:nvPr/>
          </p:nvSpPr>
          <p:spPr>
            <a:xfrm>
              <a:off x="6721667" y="3284828"/>
              <a:ext cx="2294921" cy="471199"/>
            </a:xfrm>
            <a:prstGeom prst="can">
              <a:avLst/>
            </a:prstGeom>
            <a:gradFill>
              <a:gsLst>
                <a:gs pos="0">
                  <a:schemeClr val="accent2">
                    <a:lumMod val="75000"/>
                  </a:schemeClr>
                </a:gs>
                <a:gs pos="100000">
                  <a:schemeClr val="accent2">
                    <a:lumMod val="60000"/>
                    <a:lumOff val="40000"/>
                  </a:schemeClr>
                </a:gs>
              </a:gsLst>
            </a:gradFill>
            <a:ln>
              <a:solidFill>
                <a:schemeClr val="accent2">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solidFill>
                    <a:schemeClr val="bg1"/>
                  </a:solidFill>
                </a:rPr>
                <a:t>Emissions</a:t>
              </a:r>
            </a:p>
          </p:txBody>
        </p:sp>
        <p:sp>
          <p:nvSpPr>
            <p:cNvPr id="43" name="Can 42">
              <a:extLst>
                <a:ext uri="{FF2B5EF4-FFF2-40B4-BE49-F238E27FC236}">
                  <a16:creationId xmlns:a16="http://schemas.microsoft.com/office/drawing/2014/main" id="{361B0D88-EC59-E64F-AE5A-185FE6309028}"/>
                </a:ext>
              </a:extLst>
            </p:cNvPr>
            <p:cNvSpPr/>
            <p:nvPr/>
          </p:nvSpPr>
          <p:spPr>
            <a:xfrm>
              <a:off x="6721667" y="2836786"/>
              <a:ext cx="2294921" cy="480191"/>
            </a:xfrm>
            <a:prstGeom prst="can">
              <a:avLst/>
            </a:prstGeom>
            <a:gradFill>
              <a:gsLst>
                <a:gs pos="0">
                  <a:schemeClr val="accent3">
                    <a:lumMod val="75000"/>
                  </a:schemeClr>
                </a:gs>
                <a:gs pos="100000">
                  <a:schemeClr val="accent3">
                    <a:lumMod val="60000"/>
                    <a:lumOff val="40000"/>
                  </a:schemeClr>
                </a:gs>
              </a:gsLst>
            </a:gradFill>
            <a:ln>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solidFill>
                    <a:schemeClr val="bg1"/>
                  </a:solidFill>
                </a:rPr>
                <a:t>Policies</a:t>
              </a:r>
            </a:p>
          </p:txBody>
        </p:sp>
        <p:sp>
          <p:nvSpPr>
            <p:cNvPr id="44" name="Can 43">
              <a:extLst>
                <a:ext uri="{FF2B5EF4-FFF2-40B4-BE49-F238E27FC236}">
                  <a16:creationId xmlns:a16="http://schemas.microsoft.com/office/drawing/2014/main" id="{3C7AC159-70DB-F24D-8893-2B718AB50F17}"/>
                </a:ext>
              </a:extLst>
            </p:cNvPr>
            <p:cNvSpPr/>
            <p:nvPr/>
          </p:nvSpPr>
          <p:spPr>
            <a:xfrm>
              <a:off x="6721667" y="2140314"/>
              <a:ext cx="2294921" cy="750277"/>
            </a:xfrm>
            <a:prstGeom prst="can">
              <a:avLst/>
            </a:prstGeom>
            <a:gradFill>
              <a:gsLst>
                <a:gs pos="0">
                  <a:schemeClr val="accent3">
                    <a:lumMod val="75000"/>
                  </a:schemeClr>
                </a:gs>
                <a:gs pos="100000">
                  <a:schemeClr val="accent3">
                    <a:lumMod val="60000"/>
                    <a:lumOff val="40000"/>
                  </a:schemeClr>
                </a:gs>
              </a:gsLst>
            </a:gradFill>
            <a:ln>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solidFill>
                    <a:schemeClr val="bg1"/>
                  </a:solidFill>
                </a:rPr>
                <a:t>Technology Characteristics</a:t>
              </a:r>
            </a:p>
          </p:txBody>
        </p:sp>
        <p:sp>
          <p:nvSpPr>
            <p:cNvPr id="45" name="Can 44">
              <a:extLst>
                <a:ext uri="{FF2B5EF4-FFF2-40B4-BE49-F238E27FC236}">
                  <a16:creationId xmlns:a16="http://schemas.microsoft.com/office/drawing/2014/main" id="{F55EC96E-E65D-5A40-B431-CD97F4897CB7}"/>
                </a:ext>
              </a:extLst>
            </p:cNvPr>
            <p:cNvSpPr/>
            <p:nvPr/>
          </p:nvSpPr>
          <p:spPr>
            <a:xfrm>
              <a:off x="6721667" y="1772802"/>
              <a:ext cx="2294921" cy="471199"/>
            </a:xfrm>
            <a:prstGeom prst="can">
              <a:avLst/>
            </a:prstGeom>
            <a:gradFill>
              <a:gsLst>
                <a:gs pos="0">
                  <a:schemeClr val="accent3">
                    <a:lumMod val="75000"/>
                  </a:schemeClr>
                </a:gs>
                <a:gs pos="100000">
                  <a:schemeClr val="accent3">
                    <a:lumMod val="60000"/>
                    <a:lumOff val="40000"/>
                  </a:schemeClr>
                </a:gs>
              </a:gsLst>
            </a:gradFill>
            <a:ln>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solidFill>
                    <a:schemeClr val="bg1"/>
                  </a:solidFill>
                </a:rPr>
                <a:t>Labor Productivity</a:t>
              </a:r>
            </a:p>
          </p:txBody>
        </p:sp>
        <p:sp>
          <p:nvSpPr>
            <p:cNvPr id="46" name="Can 45">
              <a:extLst>
                <a:ext uri="{FF2B5EF4-FFF2-40B4-BE49-F238E27FC236}">
                  <a16:creationId xmlns:a16="http://schemas.microsoft.com/office/drawing/2014/main" id="{70319D17-E91A-BC4A-B4F8-6EB309CBC7DF}"/>
                </a:ext>
              </a:extLst>
            </p:cNvPr>
            <p:cNvSpPr/>
            <p:nvPr/>
          </p:nvSpPr>
          <p:spPr>
            <a:xfrm>
              <a:off x="6721667" y="1354071"/>
              <a:ext cx="2294921" cy="471199"/>
            </a:xfrm>
            <a:prstGeom prst="can">
              <a:avLst/>
            </a:prstGeom>
            <a:gradFill>
              <a:gsLst>
                <a:gs pos="0">
                  <a:schemeClr val="accent3">
                    <a:lumMod val="75000"/>
                  </a:schemeClr>
                </a:gs>
                <a:gs pos="100000">
                  <a:schemeClr val="accent3">
                    <a:lumMod val="60000"/>
                    <a:lumOff val="40000"/>
                  </a:schemeClr>
                </a:gs>
              </a:gsLst>
            </a:gradFill>
            <a:ln>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solidFill>
                    <a:schemeClr val="bg1"/>
                  </a:solidFill>
                </a:rPr>
                <a:t>Population</a:t>
              </a:r>
            </a:p>
          </p:txBody>
        </p:sp>
      </p:grpSp>
      <p:sp>
        <p:nvSpPr>
          <p:cNvPr id="47" name="Right Arrow 46">
            <a:extLst>
              <a:ext uri="{FF2B5EF4-FFF2-40B4-BE49-F238E27FC236}">
                <a16:creationId xmlns:a16="http://schemas.microsoft.com/office/drawing/2014/main" id="{E8BBAE6C-0AFA-8A47-BE92-65F2C83B198F}"/>
              </a:ext>
            </a:extLst>
          </p:cNvPr>
          <p:cNvSpPr/>
          <p:nvPr/>
        </p:nvSpPr>
        <p:spPr>
          <a:xfrm>
            <a:off x="4988893" y="4431805"/>
            <a:ext cx="653173" cy="956856"/>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592"/>
          </a:p>
        </p:txBody>
      </p:sp>
    </p:spTree>
    <p:extLst>
      <p:ext uri="{BB962C8B-B14F-4D97-AF65-F5344CB8AC3E}">
        <p14:creationId xmlns:p14="http://schemas.microsoft.com/office/powerpoint/2010/main" val="115927274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C41CB5-1AD4-419C-BE1A-595123120187}"/>
              </a:ext>
            </a:extLst>
          </p:cNvPr>
          <p:cNvSpPr>
            <a:spLocks noGrp="1"/>
          </p:cNvSpPr>
          <p:nvPr>
            <p:ph type="title"/>
          </p:nvPr>
        </p:nvSpPr>
        <p:spPr>
          <a:xfrm>
            <a:off x="2812312" y="270933"/>
            <a:ext cx="11162106" cy="1310979"/>
          </a:xfrm>
        </p:spPr>
        <p:txBody>
          <a:bodyPr/>
          <a:lstStyle/>
          <a:p>
            <a:r>
              <a:rPr lang="en-US"/>
              <a:t>GCAM Results are a function of scenario input assumptions </a:t>
            </a:r>
          </a:p>
        </p:txBody>
      </p:sp>
      <p:sp>
        <p:nvSpPr>
          <p:cNvPr id="5" name="Content Placeholder 3">
            <a:extLst>
              <a:ext uri="{FF2B5EF4-FFF2-40B4-BE49-F238E27FC236}">
                <a16:creationId xmlns:a16="http://schemas.microsoft.com/office/drawing/2014/main" id="{8B945D97-7ECB-2846-9E1C-F88FE3259952}"/>
              </a:ext>
            </a:extLst>
          </p:cNvPr>
          <p:cNvSpPr txBox="1">
            <a:spLocks/>
          </p:cNvSpPr>
          <p:nvPr/>
        </p:nvSpPr>
        <p:spPr>
          <a:xfrm>
            <a:off x="1158949" y="1652553"/>
            <a:ext cx="13157791" cy="4764195"/>
          </a:xfrm>
          <a:prstGeom prst="rect">
            <a:avLst/>
          </a:prstGeom>
        </p:spPr>
        <p:txBody>
          <a:bodyPr lIns="91440" tIns="45720" rIns="91440" bIns="45720" anchor="t"/>
          <a:lstStyle>
            <a:lvl1pPr marL="274320" indent="-274320" algn="l" defTabSz="1097280" rtl="0" eaLnBrk="1" latinLnBrk="0" hangingPunct="1">
              <a:lnSpc>
                <a:spcPct val="90000"/>
              </a:lnSpc>
              <a:spcBef>
                <a:spcPts val="12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822960" indent="-274320" algn="l" defTabSz="1097280" rtl="0" eaLnBrk="1" latinLnBrk="0" hangingPunct="1">
              <a:lnSpc>
                <a:spcPct val="90000"/>
              </a:lnSpc>
              <a:spcBef>
                <a:spcPts val="600"/>
              </a:spcBef>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2pPr>
            <a:lvl3pPr marL="1371600" indent="-274320" algn="l" defTabSz="1097280" rtl="0" eaLnBrk="1" latinLnBrk="0" hangingPunct="1">
              <a:lnSpc>
                <a:spcPct val="90000"/>
              </a:lnSpc>
              <a:spcBef>
                <a:spcPts val="600"/>
              </a:spcBef>
              <a:buFont typeface="Wingdings" panose="05000000000000000000" pitchFamily="2" charset="2"/>
              <a:buChar char="ü"/>
              <a:defRPr sz="2000" kern="1200">
                <a:solidFill>
                  <a:schemeClr val="tx1"/>
                </a:solidFill>
                <a:latin typeface="Arial" panose="020B0604020202020204" pitchFamily="34" charset="0"/>
                <a:ea typeface="+mn-ea"/>
                <a:cs typeface="Arial" panose="020B0604020202020204" pitchFamily="34" charset="0"/>
              </a:defRPr>
            </a:lvl3pPr>
            <a:lvl4pPr marL="1920240" indent="-274320" algn="l" defTabSz="1097280" rtl="0" eaLnBrk="1" latinLnBrk="0" hangingPunct="1">
              <a:lnSpc>
                <a:spcPct val="90000"/>
              </a:lnSpc>
              <a:spcBef>
                <a:spcPts val="6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468880" indent="-274320" algn="l" defTabSz="1097280" rtl="0" eaLnBrk="1" latinLnBrk="0" hangingPunct="1">
              <a:lnSpc>
                <a:spcPct val="90000"/>
              </a:lnSpc>
              <a:spcBef>
                <a:spcPts val="60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r>
              <a:rPr lang="en-US">
                <a:solidFill>
                  <a:schemeClr val="tx1">
                    <a:lumMod val="50000"/>
                  </a:schemeClr>
                </a:solidFill>
                <a:latin typeface="Arial"/>
                <a:cs typeface="Arial"/>
              </a:rPr>
              <a:t>Design Philosophy – flexible, data-driven modeling so that the input assumptions and parameters are open to users and can generate very different scenario results.</a:t>
            </a:r>
          </a:p>
          <a:p>
            <a:pPr lvl="1"/>
            <a:r>
              <a:rPr lang="en-US">
                <a:solidFill>
                  <a:schemeClr val="tx1">
                    <a:lumMod val="50000"/>
                  </a:schemeClr>
                </a:solidFill>
                <a:latin typeface="Arial"/>
                <a:cs typeface="Arial"/>
              </a:rPr>
              <a:t>This is an obvious goal probably shared by all such models, but it is worth noting.</a:t>
            </a:r>
          </a:p>
          <a:p>
            <a:pPr marL="548640" lvl="1" indent="0">
              <a:buNone/>
            </a:pPr>
            <a:endParaRPr lang="en-US">
              <a:solidFill>
                <a:schemeClr val="tx1">
                  <a:lumMod val="50000"/>
                </a:schemeClr>
              </a:solidFill>
              <a:latin typeface="Arial"/>
              <a:cs typeface="Arial"/>
            </a:endParaRPr>
          </a:p>
          <a:p>
            <a:r>
              <a:rPr lang="en-US">
                <a:solidFill>
                  <a:schemeClr val="tx1">
                    <a:lumMod val="50000"/>
                  </a:schemeClr>
                </a:solidFill>
                <a:latin typeface="Arial"/>
                <a:cs typeface="Arial"/>
              </a:rPr>
              <a:t>Example.</a:t>
            </a:r>
          </a:p>
          <a:p>
            <a:pPr lvl="1"/>
            <a:r>
              <a:rPr lang="en-US">
                <a:solidFill>
                  <a:schemeClr val="tx1">
                    <a:lumMod val="50000"/>
                  </a:schemeClr>
                </a:solidFill>
                <a:latin typeface="Arial"/>
                <a:cs typeface="Arial"/>
              </a:rPr>
              <a:t>Based on varying assumptions about cost and resources for renewable, fossil, and nuclear power, generate very different scenarios of the future energy mix</a:t>
            </a:r>
          </a:p>
          <a:p>
            <a:pPr marL="548640" lvl="1" indent="0">
              <a:buNone/>
            </a:pPr>
            <a:endParaRPr lang="en-US">
              <a:solidFill>
                <a:schemeClr val="tx1">
                  <a:lumMod val="50000"/>
                </a:schemeClr>
              </a:solidFill>
              <a:latin typeface="Arial"/>
              <a:cs typeface="Arial"/>
            </a:endParaRPr>
          </a:p>
          <a:p>
            <a:r>
              <a:rPr lang="en-US">
                <a:solidFill>
                  <a:schemeClr val="tx1">
                    <a:lumMod val="50000"/>
                  </a:schemeClr>
                </a:solidFill>
                <a:latin typeface="Arial"/>
                <a:cs typeface="Arial"/>
              </a:rPr>
              <a:t>To the extent possible, make important “constraints” and “drivers” based on user-controlled input assumptions rather than be subsumed into the model structure.</a:t>
            </a:r>
          </a:p>
          <a:p>
            <a:pPr lvl="1"/>
            <a:r>
              <a:rPr lang="en-US">
                <a:solidFill>
                  <a:schemeClr val="tx1">
                    <a:lumMod val="50000"/>
                  </a:schemeClr>
                </a:solidFill>
                <a:latin typeface="Arial"/>
                <a:cs typeface="Arial"/>
              </a:rPr>
              <a:t>For example, assumptions about amount of land allowed for commercial expansion for agriculture and bioenergy production.</a:t>
            </a:r>
          </a:p>
          <a:p>
            <a:pPr lvl="1"/>
            <a:r>
              <a:rPr lang="en-US">
                <a:solidFill>
                  <a:schemeClr val="tx1">
                    <a:lumMod val="50000"/>
                  </a:schemeClr>
                </a:solidFill>
                <a:latin typeface="Arial"/>
                <a:cs typeface="Arial"/>
              </a:rPr>
              <a:t>Or additional costs for integrating a higher share of variable renewable energy.  </a:t>
            </a:r>
          </a:p>
          <a:p>
            <a:endParaRPr lang="en-US">
              <a:solidFill>
                <a:schemeClr val="tx1">
                  <a:lumMod val="50000"/>
                </a:schemeClr>
              </a:solidFill>
              <a:latin typeface="Arial"/>
              <a:cs typeface="Arial"/>
            </a:endParaRPr>
          </a:p>
          <a:p>
            <a:endParaRPr lang="en-US">
              <a:solidFill>
                <a:schemeClr val="tx1">
                  <a:lumMod val="50000"/>
                </a:schemeClr>
              </a:solidFill>
              <a:latin typeface="Arial"/>
              <a:cs typeface="Arial"/>
            </a:endParaRPr>
          </a:p>
          <a:p>
            <a:pPr marL="0" indent="0">
              <a:buNone/>
            </a:pPr>
            <a:endParaRPr lang="en-US">
              <a:solidFill>
                <a:schemeClr val="tx1">
                  <a:lumMod val="50000"/>
                </a:schemeClr>
              </a:solidFill>
              <a:latin typeface="Arial"/>
              <a:cs typeface="Arial"/>
            </a:endParaRPr>
          </a:p>
          <a:p>
            <a:r>
              <a:rPr lang="en-US">
                <a:solidFill>
                  <a:schemeClr val="tx1">
                    <a:lumMod val="50000"/>
                  </a:schemeClr>
                </a:solidFill>
                <a:latin typeface="Arial"/>
                <a:cs typeface="Arial"/>
              </a:rPr>
              <a:t>GCAM has an international user base and has been downloaded thousands of times.</a:t>
            </a:r>
          </a:p>
          <a:p>
            <a:r>
              <a:rPr lang="en-US">
                <a:solidFill>
                  <a:schemeClr val="tx1">
                    <a:lumMod val="50000"/>
                  </a:schemeClr>
                </a:solidFill>
                <a:latin typeface="Arial"/>
                <a:cs typeface="Arial"/>
              </a:rPr>
              <a:t>GCAM has been used extensively by PNNL and collaborators in several countries such as India, Canada, China, Spain, Pakistan, and Colombia.</a:t>
            </a:r>
          </a:p>
          <a:p>
            <a:pPr marL="0" indent="0">
              <a:buNone/>
            </a:pPr>
            <a:endParaRPr lang="en-US">
              <a:solidFill>
                <a:schemeClr val="tx1">
                  <a:lumMod val="50000"/>
                </a:schemeClr>
              </a:solidFill>
              <a:latin typeface="Arial"/>
              <a:cs typeface="Arial"/>
            </a:endParaRPr>
          </a:p>
          <a:p>
            <a:endParaRPr lang="en-US">
              <a:solidFill>
                <a:schemeClr val="tx1">
                  <a:lumMod val="50000"/>
                </a:schemeClr>
              </a:solidFill>
              <a:latin typeface="Arial"/>
              <a:cs typeface="Arial"/>
            </a:endParaRPr>
          </a:p>
        </p:txBody>
      </p:sp>
    </p:spTree>
    <p:extLst>
      <p:ext uri="{BB962C8B-B14F-4D97-AF65-F5344CB8AC3E}">
        <p14:creationId xmlns:p14="http://schemas.microsoft.com/office/powerpoint/2010/main" val="392205109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7743" y="136959"/>
            <a:ext cx="10972800" cy="1310979"/>
          </a:xfrm>
        </p:spPr>
        <p:txBody>
          <a:bodyPr anchor="t"/>
          <a:lstStyle/>
          <a:p>
            <a:r>
              <a:rPr lang="en-US"/>
              <a:t>What’s inside the GCAM?</a:t>
            </a:r>
          </a:p>
        </p:txBody>
      </p:sp>
      <p:pic>
        <p:nvPicPr>
          <p:cNvPr id="4" name="Picture 3">
            <a:extLst>
              <a:ext uri="{FF2B5EF4-FFF2-40B4-BE49-F238E27FC236}">
                <a16:creationId xmlns:a16="http://schemas.microsoft.com/office/drawing/2014/main" id="{C1E0C2FF-6EBC-954B-BCB5-3DAED1752B14}"/>
              </a:ext>
            </a:extLst>
          </p:cNvPr>
          <p:cNvPicPr>
            <a:picLocks noChangeAspect="1"/>
          </p:cNvPicPr>
          <p:nvPr/>
        </p:nvPicPr>
        <p:blipFill>
          <a:blip r:embed="rId2"/>
          <a:stretch>
            <a:fillRect/>
          </a:stretch>
        </p:blipFill>
        <p:spPr>
          <a:xfrm>
            <a:off x="2628899" y="650651"/>
            <a:ext cx="10303329" cy="7441990"/>
          </a:xfrm>
          <a:prstGeom prst="rect">
            <a:avLst/>
          </a:prstGeom>
        </p:spPr>
      </p:pic>
      <p:sp>
        <p:nvSpPr>
          <p:cNvPr id="3" name="Rectangle 2">
            <a:extLst>
              <a:ext uri="{FF2B5EF4-FFF2-40B4-BE49-F238E27FC236}">
                <a16:creationId xmlns:a16="http://schemas.microsoft.com/office/drawing/2014/main" id="{07ECC4DD-FFE1-71F0-56A5-64F6AEE47C61}"/>
              </a:ext>
            </a:extLst>
          </p:cNvPr>
          <p:cNvSpPr/>
          <p:nvPr/>
        </p:nvSpPr>
        <p:spPr>
          <a:xfrm>
            <a:off x="2628899" y="4733365"/>
            <a:ext cx="1297642" cy="129091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549690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4B2419-D3B7-0D88-6767-287926342FB0}"/>
              </a:ext>
            </a:extLst>
          </p:cNvPr>
          <p:cNvSpPr>
            <a:spLocks noGrp="1"/>
          </p:cNvSpPr>
          <p:nvPr>
            <p:ph type="sldNum" sz="quarter" idx="12"/>
          </p:nvPr>
        </p:nvSpPr>
        <p:spPr/>
        <p:txBody>
          <a:bodyPr/>
          <a:lstStyle/>
          <a:p>
            <a:fld id="{FE7A4BB3-E848-5A44-82DF-322201952CD8}" type="slidenum">
              <a:rPr lang="en-US" smtClean="0"/>
              <a:pPr/>
              <a:t>11</a:t>
            </a:fld>
            <a:endParaRPr lang="en-US"/>
          </a:p>
        </p:txBody>
      </p:sp>
      <p:sp>
        <p:nvSpPr>
          <p:cNvPr id="3" name="Title 2">
            <a:extLst>
              <a:ext uri="{FF2B5EF4-FFF2-40B4-BE49-F238E27FC236}">
                <a16:creationId xmlns:a16="http://schemas.microsoft.com/office/drawing/2014/main" id="{E6B94C43-88B5-1B02-97FA-E32C55F0606E}"/>
              </a:ext>
            </a:extLst>
          </p:cNvPr>
          <p:cNvSpPr>
            <a:spLocks noGrp="1"/>
          </p:cNvSpPr>
          <p:nvPr>
            <p:ph type="title"/>
          </p:nvPr>
        </p:nvSpPr>
        <p:spPr/>
        <p:txBody>
          <a:bodyPr/>
          <a:lstStyle/>
          <a:p>
            <a:r>
              <a:rPr lang="en-US"/>
              <a:t>Socioeconomic drivers</a:t>
            </a:r>
          </a:p>
        </p:txBody>
      </p:sp>
      <p:pic>
        <p:nvPicPr>
          <p:cNvPr id="10" name="Content Placeholder 9" descr="Chart, line chart&#10;&#10;AI-generated content may be incorrect.">
            <a:extLst>
              <a:ext uri="{FF2B5EF4-FFF2-40B4-BE49-F238E27FC236}">
                <a16:creationId xmlns:a16="http://schemas.microsoft.com/office/drawing/2014/main" id="{62C76CB6-3F49-2EDD-9D23-866C2C6DFCD7}"/>
              </a:ext>
            </a:extLst>
          </p:cNvPr>
          <p:cNvPicPr>
            <a:picLocks noGrp="1" noChangeAspect="1"/>
          </p:cNvPicPr>
          <p:nvPr>
            <p:ph sz="quarter" idx="20"/>
          </p:nvPr>
        </p:nvPicPr>
        <p:blipFill>
          <a:blip r:embed="rId2"/>
          <a:stretch>
            <a:fillRect/>
          </a:stretch>
        </p:blipFill>
        <p:spPr>
          <a:xfrm>
            <a:off x="1055241" y="1693328"/>
            <a:ext cx="7315200" cy="5486400"/>
          </a:xfrm>
        </p:spPr>
      </p:pic>
      <p:pic>
        <p:nvPicPr>
          <p:cNvPr id="12" name="Picture 11" descr="Chart, line chart&#10;&#10;AI-generated content may be incorrect.">
            <a:extLst>
              <a:ext uri="{FF2B5EF4-FFF2-40B4-BE49-F238E27FC236}">
                <a16:creationId xmlns:a16="http://schemas.microsoft.com/office/drawing/2014/main" id="{8678B198-D1E9-BE3A-3854-946C7B95AF0A}"/>
              </a:ext>
            </a:extLst>
          </p:cNvPr>
          <p:cNvPicPr>
            <a:picLocks noChangeAspect="1"/>
          </p:cNvPicPr>
          <p:nvPr/>
        </p:nvPicPr>
        <p:blipFill>
          <a:blip r:embed="rId3"/>
          <a:stretch>
            <a:fillRect/>
          </a:stretch>
        </p:blipFill>
        <p:spPr>
          <a:xfrm>
            <a:off x="6905692" y="1693328"/>
            <a:ext cx="7315215" cy="5486411"/>
          </a:xfrm>
          <a:prstGeom prst="rect">
            <a:avLst/>
          </a:prstGeom>
        </p:spPr>
      </p:pic>
      <p:sp>
        <p:nvSpPr>
          <p:cNvPr id="13" name="TextBox 12">
            <a:extLst>
              <a:ext uri="{FF2B5EF4-FFF2-40B4-BE49-F238E27FC236}">
                <a16:creationId xmlns:a16="http://schemas.microsoft.com/office/drawing/2014/main" id="{4DE7A91E-2D2F-2FCA-B872-728F920220DC}"/>
              </a:ext>
            </a:extLst>
          </p:cNvPr>
          <p:cNvSpPr txBox="1"/>
          <p:nvPr/>
        </p:nvSpPr>
        <p:spPr>
          <a:xfrm>
            <a:off x="2553711" y="2093664"/>
            <a:ext cx="1143000" cy="400110"/>
          </a:xfrm>
          <a:prstGeom prst="rect">
            <a:avLst/>
          </a:prstGeom>
          <a:noFill/>
        </p:spPr>
        <p:txBody>
          <a:bodyPr wrap="square" rtlCol="0">
            <a:spAutoFit/>
          </a:bodyPr>
          <a:lstStyle/>
          <a:p>
            <a:r>
              <a:rPr lang="en-US" sz="2000">
                <a:solidFill>
                  <a:schemeClr val="accent6">
                    <a:lumMod val="60000"/>
                    <a:lumOff val="40000"/>
                  </a:schemeClr>
                </a:solidFill>
              </a:rPr>
              <a:t>2021</a:t>
            </a:r>
          </a:p>
        </p:txBody>
      </p:sp>
      <p:sp>
        <p:nvSpPr>
          <p:cNvPr id="14" name="TextBox 13">
            <a:extLst>
              <a:ext uri="{FF2B5EF4-FFF2-40B4-BE49-F238E27FC236}">
                <a16:creationId xmlns:a16="http://schemas.microsoft.com/office/drawing/2014/main" id="{EA9A04D0-054C-1C8B-391D-6264D1F94F8E}"/>
              </a:ext>
            </a:extLst>
          </p:cNvPr>
          <p:cNvSpPr txBox="1"/>
          <p:nvPr/>
        </p:nvSpPr>
        <p:spPr>
          <a:xfrm>
            <a:off x="8509449" y="2093664"/>
            <a:ext cx="1143000" cy="400110"/>
          </a:xfrm>
          <a:prstGeom prst="rect">
            <a:avLst/>
          </a:prstGeom>
          <a:noFill/>
        </p:spPr>
        <p:txBody>
          <a:bodyPr wrap="square" rtlCol="0">
            <a:spAutoFit/>
          </a:bodyPr>
          <a:lstStyle/>
          <a:p>
            <a:r>
              <a:rPr lang="en-US" sz="2000">
                <a:solidFill>
                  <a:schemeClr val="accent6">
                    <a:lumMod val="60000"/>
                    <a:lumOff val="40000"/>
                  </a:schemeClr>
                </a:solidFill>
              </a:rPr>
              <a:t>2021</a:t>
            </a:r>
          </a:p>
        </p:txBody>
      </p:sp>
      <p:sp>
        <p:nvSpPr>
          <p:cNvPr id="15" name="TextBox 14">
            <a:extLst>
              <a:ext uri="{FF2B5EF4-FFF2-40B4-BE49-F238E27FC236}">
                <a16:creationId xmlns:a16="http://schemas.microsoft.com/office/drawing/2014/main" id="{774F0224-B64C-19B3-7B2D-52773F273213}"/>
              </a:ext>
            </a:extLst>
          </p:cNvPr>
          <p:cNvSpPr txBox="1"/>
          <p:nvPr/>
        </p:nvSpPr>
        <p:spPr>
          <a:xfrm>
            <a:off x="5580131" y="2022263"/>
            <a:ext cx="1143000" cy="400110"/>
          </a:xfrm>
          <a:prstGeom prst="rect">
            <a:avLst/>
          </a:prstGeom>
          <a:noFill/>
        </p:spPr>
        <p:txBody>
          <a:bodyPr wrap="square" rtlCol="0">
            <a:spAutoFit/>
          </a:bodyPr>
          <a:lstStyle/>
          <a:p>
            <a:r>
              <a:rPr lang="en-US" sz="2000">
                <a:solidFill>
                  <a:schemeClr val="accent2"/>
                </a:solidFill>
              </a:rPr>
              <a:t>SSP3</a:t>
            </a:r>
          </a:p>
        </p:txBody>
      </p:sp>
      <p:sp>
        <p:nvSpPr>
          <p:cNvPr id="16" name="TextBox 15">
            <a:extLst>
              <a:ext uri="{FF2B5EF4-FFF2-40B4-BE49-F238E27FC236}">
                <a16:creationId xmlns:a16="http://schemas.microsoft.com/office/drawing/2014/main" id="{EC05063C-8934-5B6C-15CA-DD9E5E5C77AD}"/>
              </a:ext>
            </a:extLst>
          </p:cNvPr>
          <p:cNvSpPr txBox="1"/>
          <p:nvPr/>
        </p:nvSpPr>
        <p:spPr>
          <a:xfrm>
            <a:off x="11421141" y="5242893"/>
            <a:ext cx="1143000" cy="400110"/>
          </a:xfrm>
          <a:prstGeom prst="rect">
            <a:avLst/>
          </a:prstGeom>
          <a:noFill/>
        </p:spPr>
        <p:txBody>
          <a:bodyPr wrap="square" rtlCol="0">
            <a:spAutoFit/>
          </a:bodyPr>
          <a:lstStyle/>
          <a:p>
            <a:r>
              <a:rPr lang="en-US" sz="2000">
                <a:solidFill>
                  <a:schemeClr val="accent2"/>
                </a:solidFill>
              </a:rPr>
              <a:t>SSP3</a:t>
            </a:r>
          </a:p>
        </p:txBody>
      </p:sp>
      <p:sp>
        <p:nvSpPr>
          <p:cNvPr id="17" name="TextBox 16">
            <a:extLst>
              <a:ext uri="{FF2B5EF4-FFF2-40B4-BE49-F238E27FC236}">
                <a16:creationId xmlns:a16="http://schemas.microsoft.com/office/drawing/2014/main" id="{9ED91EB9-B821-3CC7-FCB2-718783B96AAC}"/>
              </a:ext>
            </a:extLst>
          </p:cNvPr>
          <p:cNvSpPr txBox="1"/>
          <p:nvPr/>
        </p:nvSpPr>
        <p:spPr>
          <a:xfrm>
            <a:off x="11421141" y="3705412"/>
            <a:ext cx="1143000" cy="400110"/>
          </a:xfrm>
          <a:prstGeom prst="rect">
            <a:avLst/>
          </a:prstGeom>
          <a:noFill/>
        </p:spPr>
        <p:txBody>
          <a:bodyPr wrap="square" rtlCol="0">
            <a:spAutoFit/>
          </a:bodyPr>
          <a:lstStyle/>
          <a:p>
            <a:r>
              <a:rPr lang="en-US" sz="2000">
                <a:solidFill>
                  <a:schemeClr val="accent2"/>
                </a:solidFill>
              </a:rPr>
              <a:t>SSP1</a:t>
            </a:r>
          </a:p>
        </p:txBody>
      </p:sp>
      <p:sp>
        <p:nvSpPr>
          <p:cNvPr id="18" name="TextBox 17">
            <a:extLst>
              <a:ext uri="{FF2B5EF4-FFF2-40B4-BE49-F238E27FC236}">
                <a16:creationId xmlns:a16="http://schemas.microsoft.com/office/drawing/2014/main" id="{514EB603-6AB8-A802-B4A4-16B86468B5AE}"/>
              </a:ext>
            </a:extLst>
          </p:cNvPr>
          <p:cNvSpPr txBox="1"/>
          <p:nvPr/>
        </p:nvSpPr>
        <p:spPr>
          <a:xfrm>
            <a:off x="5580131" y="5518161"/>
            <a:ext cx="1143000" cy="400110"/>
          </a:xfrm>
          <a:prstGeom prst="rect">
            <a:avLst/>
          </a:prstGeom>
          <a:noFill/>
        </p:spPr>
        <p:txBody>
          <a:bodyPr wrap="square" rtlCol="0">
            <a:spAutoFit/>
          </a:bodyPr>
          <a:lstStyle/>
          <a:p>
            <a:r>
              <a:rPr lang="en-US" sz="2000">
                <a:solidFill>
                  <a:schemeClr val="accent2"/>
                </a:solidFill>
              </a:rPr>
              <a:t>SSP1</a:t>
            </a:r>
          </a:p>
        </p:txBody>
      </p:sp>
      <p:sp>
        <p:nvSpPr>
          <p:cNvPr id="19" name="TextBox 18">
            <a:extLst>
              <a:ext uri="{FF2B5EF4-FFF2-40B4-BE49-F238E27FC236}">
                <a16:creationId xmlns:a16="http://schemas.microsoft.com/office/drawing/2014/main" id="{313B5E58-D02D-2FA0-A5A7-575F91820EFB}"/>
              </a:ext>
            </a:extLst>
          </p:cNvPr>
          <p:cNvSpPr txBox="1"/>
          <p:nvPr/>
        </p:nvSpPr>
        <p:spPr>
          <a:xfrm>
            <a:off x="5580131" y="4877246"/>
            <a:ext cx="1143000" cy="400110"/>
          </a:xfrm>
          <a:prstGeom prst="rect">
            <a:avLst/>
          </a:prstGeom>
          <a:noFill/>
        </p:spPr>
        <p:txBody>
          <a:bodyPr wrap="square" rtlCol="0">
            <a:spAutoFit/>
          </a:bodyPr>
          <a:lstStyle/>
          <a:p>
            <a:r>
              <a:rPr lang="en-US" sz="2000">
                <a:solidFill>
                  <a:schemeClr val="accent2"/>
                </a:solidFill>
              </a:rPr>
              <a:t>SSP5</a:t>
            </a:r>
          </a:p>
        </p:txBody>
      </p:sp>
      <p:sp>
        <p:nvSpPr>
          <p:cNvPr id="20" name="TextBox 19">
            <a:extLst>
              <a:ext uri="{FF2B5EF4-FFF2-40B4-BE49-F238E27FC236}">
                <a16:creationId xmlns:a16="http://schemas.microsoft.com/office/drawing/2014/main" id="{132212DF-FD43-D8D1-A7A3-971418783AC7}"/>
              </a:ext>
            </a:extLst>
          </p:cNvPr>
          <p:cNvSpPr txBox="1"/>
          <p:nvPr/>
        </p:nvSpPr>
        <p:spPr>
          <a:xfrm>
            <a:off x="11421141" y="2101673"/>
            <a:ext cx="1143000" cy="400110"/>
          </a:xfrm>
          <a:prstGeom prst="rect">
            <a:avLst/>
          </a:prstGeom>
          <a:noFill/>
        </p:spPr>
        <p:txBody>
          <a:bodyPr wrap="square" rtlCol="0">
            <a:spAutoFit/>
          </a:bodyPr>
          <a:lstStyle/>
          <a:p>
            <a:r>
              <a:rPr lang="en-US" sz="2000">
                <a:solidFill>
                  <a:schemeClr val="accent2"/>
                </a:solidFill>
              </a:rPr>
              <a:t>SSP5</a:t>
            </a:r>
          </a:p>
        </p:txBody>
      </p:sp>
      <p:sp>
        <p:nvSpPr>
          <p:cNvPr id="21" name="TextBox 20">
            <a:extLst>
              <a:ext uri="{FF2B5EF4-FFF2-40B4-BE49-F238E27FC236}">
                <a16:creationId xmlns:a16="http://schemas.microsoft.com/office/drawing/2014/main" id="{EB601851-D87B-7574-71D1-2AD1EB4AFC22}"/>
              </a:ext>
            </a:extLst>
          </p:cNvPr>
          <p:cNvSpPr txBox="1"/>
          <p:nvPr/>
        </p:nvSpPr>
        <p:spPr>
          <a:xfrm>
            <a:off x="5580131" y="3861249"/>
            <a:ext cx="1143000" cy="400110"/>
          </a:xfrm>
          <a:prstGeom prst="rect">
            <a:avLst/>
          </a:prstGeom>
          <a:noFill/>
        </p:spPr>
        <p:txBody>
          <a:bodyPr wrap="square" rtlCol="0">
            <a:spAutoFit/>
          </a:bodyPr>
          <a:lstStyle/>
          <a:p>
            <a:r>
              <a:rPr lang="en-US" sz="2000">
                <a:solidFill>
                  <a:schemeClr val="accent2"/>
                </a:solidFill>
              </a:rPr>
              <a:t>SSP2</a:t>
            </a:r>
          </a:p>
        </p:txBody>
      </p:sp>
      <p:sp>
        <p:nvSpPr>
          <p:cNvPr id="23" name="TextBox 22">
            <a:extLst>
              <a:ext uri="{FF2B5EF4-FFF2-40B4-BE49-F238E27FC236}">
                <a16:creationId xmlns:a16="http://schemas.microsoft.com/office/drawing/2014/main" id="{72F497B1-2D07-572B-B964-8EAB2B586E0B}"/>
              </a:ext>
            </a:extLst>
          </p:cNvPr>
          <p:cNvSpPr txBox="1"/>
          <p:nvPr/>
        </p:nvSpPr>
        <p:spPr>
          <a:xfrm>
            <a:off x="11421141" y="4612013"/>
            <a:ext cx="1143000" cy="400110"/>
          </a:xfrm>
          <a:prstGeom prst="rect">
            <a:avLst/>
          </a:prstGeom>
          <a:noFill/>
        </p:spPr>
        <p:txBody>
          <a:bodyPr wrap="square" rtlCol="0">
            <a:spAutoFit/>
          </a:bodyPr>
          <a:lstStyle/>
          <a:p>
            <a:r>
              <a:rPr lang="en-US" sz="2000">
                <a:solidFill>
                  <a:schemeClr val="accent2"/>
                </a:solidFill>
              </a:rPr>
              <a:t>SSP4</a:t>
            </a:r>
          </a:p>
        </p:txBody>
      </p:sp>
      <p:sp>
        <p:nvSpPr>
          <p:cNvPr id="24" name="TextBox 23">
            <a:extLst>
              <a:ext uri="{FF2B5EF4-FFF2-40B4-BE49-F238E27FC236}">
                <a16:creationId xmlns:a16="http://schemas.microsoft.com/office/drawing/2014/main" id="{1F5C472A-8FBB-8BC0-DCDB-DEF784964D6B}"/>
              </a:ext>
            </a:extLst>
          </p:cNvPr>
          <p:cNvSpPr txBox="1"/>
          <p:nvPr/>
        </p:nvSpPr>
        <p:spPr>
          <a:xfrm>
            <a:off x="5580131" y="3135364"/>
            <a:ext cx="1143000" cy="400110"/>
          </a:xfrm>
          <a:prstGeom prst="rect">
            <a:avLst/>
          </a:prstGeom>
          <a:noFill/>
        </p:spPr>
        <p:txBody>
          <a:bodyPr wrap="square" rtlCol="0">
            <a:spAutoFit/>
          </a:bodyPr>
          <a:lstStyle/>
          <a:p>
            <a:r>
              <a:rPr lang="en-US" sz="2000">
                <a:solidFill>
                  <a:schemeClr val="accent2"/>
                </a:solidFill>
              </a:rPr>
              <a:t>SSP4</a:t>
            </a:r>
          </a:p>
        </p:txBody>
      </p:sp>
      <p:sp>
        <p:nvSpPr>
          <p:cNvPr id="25" name="TextBox 24">
            <a:extLst>
              <a:ext uri="{FF2B5EF4-FFF2-40B4-BE49-F238E27FC236}">
                <a16:creationId xmlns:a16="http://schemas.microsoft.com/office/drawing/2014/main" id="{347683B9-E1D0-E711-3BCD-94B7063EFD8F}"/>
              </a:ext>
            </a:extLst>
          </p:cNvPr>
          <p:cNvSpPr txBox="1"/>
          <p:nvPr/>
        </p:nvSpPr>
        <p:spPr>
          <a:xfrm>
            <a:off x="1614199" y="7171636"/>
            <a:ext cx="11187401" cy="1015663"/>
          </a:xfrm>
          <a:prstGeom prst="rect">
            <a:avLst/>
          </a:prstGeom>
          <a:noFill/>
        </p:spPr>
        <p:txBody>
          <a:bodyPr wrap="square" rtlCol="0">
            <a:spAutoFit/>
          </a:bodyPr>
          <a:lstStyle/>
          <a:p>
            <a:pPr marL="342900" indent="-342900">
              <a:buFont typeface="Arial" panose="020B0604020202020204" pitchFamily="34" charset="0"/>
              <a:buChar char="•"/>
            </a:pPr>
            <a:r>
              <a:rPr lang="en-US" sz="2000">
                <a:solidFill>
                  <a:schemeClr val="accent2"/>
                </a:solidFill>
              </a:rPr>
              <a:t>Population and GDP set the scale for the economy </a:t>
            </a:r>
          </a:p>
          <a:p>
            <a:pPr marL="342900" indent="-342900">
              <a:buFont typeface="Arial" panose="020B0604020202020204" pitchFamily="34" charset="0"/>
              <a:buChar char="•"/>
            </a:pPr>
            <a:r>
              <a:rPr lang="en-US" sz="2000">
                <a:solidFill>
                  <a:schemeClr val="accent2"/>
                </a:solidFill>
              </a:rPr>
              <a:t>Population, labor force, and GDP were recently updated to SSP database v3</a:t>
            </a:r>
          </a:p>
          <a:p>
            <a:pPr marL="342900" indent="-342900">
              <a:buFont typeface="Arial" panose="020B0604020202020204" pitchFamily="34" charset="0"/>
              <a:buChar char="•"/>
            </a:pPr>
            <a:r>
              <a:rPr lang="en-US" sz="2000">
                <a:solidFill>
                  <a:schemeClr val="accent2"/>
                </a:solidFill>
              </a:rPr>
              <a:t>Labor productivity and total factor productivity were calibrated to per capita GDP growth. </a:t>
            </a:r>
          </a:p>
        </p:txBody>
      </p:sp>
    </p:spTree>
    <p:extLst>
      <p:ext uri="{BB962C8B-B14F-4D97-AF65-F5344CB8AC3E}">
        <p14:creationId xmlns:p14="http://schemas.microsoft.com/office/powerpoint/2010/main" val="156625955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GCAM Energy Sector Modeling</a:t>
            </a:r>
          </a:p>
        </p:txBody>
      </p:sp>
    </p:spTree>
    <p:extLst>
      <p:ext uri="{BB962C8B-B14F-4D97-AF65-F5344CB8AC3E}">
        <p14:creationId xmlns:p14="http://schemas.microsoft.com/office/powerpoint/2010/main" val="351320781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20A4B49-0E54-93D5-FD21-5E49E9ADD8C4}"/>
              </a:ext>
            </a:extLst>
          </p:cNvPr>
          <p:cNvSpPr>
            <a:spLocks noGrp="1"/>
          </p:cNvSpPr>
          <p:nvPr>
            <p:ph sz="quarter" idx="20"/>
          </p:nvPr>
        </p:nvSpPr>
        <p:spPr/>
        <p:txBody>
          <a:bodyPr/>
          <a:lstStyle/>
          <a:p>
            <a:endParaRPr lang="en-US"/>
          </a:p>
        </p:txBody>
      </p:sp>
      <p:pic>
        <p:nvPicPr>
          <p:cNvPr id="14" name="Picture 13">
            <a:extLst>
              <a:ext uri="{FF2B5EF4-FFF2-40B4-BE49-F238E27FC236}">
                <a16:creationId xmlns:a16="http://schemas.microsoft.com/office/drawing/2014/main" id="{607A5A1D-A81D-4565-A779-4D50C06F1AF7}"/>
              </a:ext>
            </a:extLst>
          </p:cNvPr>
          <p:cNvPicPr>
            <a:picLocks noChangeAspect="1"/>
          </p:cNvPicPr>
          <p:nvPr/>
        </p:nvPicPr>
        <p:blipFill>
          <a:blip r:embed="rId2"/>
          <a:stretch>
            <a:fillRect/>
          </a:stretch>
        </p:blipFill>
        <p:spPr>
          <a:xfrm>
            <a:off x="1434469" y="1933822"/>
            <a:ext cx="12738731" cy="6088640"/>
          </a:xfrm>
          <a:prstGeom prst="rect">
            <a:avLst/>
          </a:prstGeom>
        </p:spPr>
      </p:pic>
      <p:sp>
        <p:nvSpPr>
          <p:cNvPr id="9" name="Title 8">
            <a:extLst>
              <a:ext uri="{FF2B5EF4-FFF2-40B4-BE49-F238E27FC236}">
                <a16:creationId xmlns:a16="http://schemas.microsoft.com/office/drawing/2014/main" id="{050A5601-A4F6-DF82-E58F-73F9FC383D80}"/>
              </a:ext>
            </a:extLst>
          </p:cNvPr>
          <p:cNvSpPr>
            <a:spLocks noGrp="1"/>
          </p:cNvSpPr>
          <p:nvPr>
            <p:ph type="title"/>
          </p:nvPr>
        </p:nvSpPr>
        <p:spPr/>
        <p:txBody>
          <a:bodyPr/>
          <a:lstStyle/>
          <a:p>
            <a:r>
              <a:rPr lang="en-US"/>
              <a:t>GCAM Energy System</a:t>
            </a:r>
          </a:p>
        </p:txBody>
      </p:sp>
    </p:spTree>
    <p:extLst>
      <p:ext uri="{BB962C8B-B14F-4D97-AF65-F5344CB8AC3E}">
        <p14:creationId xmlns:p14="http://schemas.microsoft.com/office/powerpoint/2010/main" val="543246922"/>
      </p:ext>
    </p:extLst>
  </p:cSld>
  <p:clrMapOvr>
    <a:masterClrMapping/>
  </p:clrMapOvr>
  <mc:AlternateContent xmlns:mc="http://schemas.openxmlformats.org/markup-compatibility/2006">
    <mc:Choice xmlns:p14="http://schemas.microsoft.com/office/powerpoint/2010/main" Requires="p14">
      <p:transition p14:dur="0" advTm="215119"/>
    </mc:Choice>
    <mc:Fallback>
      <p:transition advTm="215119"/>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20"/>
          </p:nvPr>
        </p:nvSpPr>
        <p:spPr>
          <a:xfrm>
            <a:off x="1371601" y="2057400"/>
            <a:ext cx="7421526" cy="6172200"/>
          </a:xfrm>
        </p:spPr>
        <p:txBody>
          <a:bodyPr>
            <a:noAutofit/>
          </a:bodyPr>
          <a:lstStyle/>
          <a:p>
            <a:r>
              <a:rPr lang="en-US"/>
              <a:t>Production occurs out of reserves</a:t>
            </a:r>
          </a:p>
          <a:p>
            <a:r>
              <a:rPr lang="en-US"/>
              <a:t>Reserves are constantly being depleted and enhanced</a:t>
            </a:r>
          </a:p>
          <a:p>
            <a:r>
              <a:rPr lang="en-US"/>
              <a:t>Additions to reserves depends on the resource supply schedule</a:t>
            </a:r>
          </a:p>
          <a:p>
            <a:r>
              <a:rPr lang="en-US"/>
              <a:t>Resources are the ultimately available abundance in the Earth’s crust</a:t>
            </a:r>
          </a:p>
          <a:p>
            <a:r>
              <a:rPr lang="en-US"/>
              <a:t>GCAM assumes production of reserves to occur over a well / mine lifetime appropriate for each fuel</a:t>
            </a:r>
          </a:p>
          <a:p>
            <a:r>
              <a:rPr lang="en-US"/>
              <a:t>Technical change is applied to model decreasing extraction costs of the “resource” in future years</a:t>
            </a:r>
          </a:p>
        </p:txBody>
      </p:sp>
      <p:pic>
        <p:nvPicPr>
          <p:cNvPr id="13" name="Picture 12"/>
          <p:cNvPicPr>
            <a:picLocks noChangeAspect="1"/>
          </p:cNvPicPr>
          <p:nvPr/>
        </p:nvPicPr>
        <p:blipFill>
          <a:blip r:embed="rId2"/>
          <a:stretch>
            <a:fillRect/>
          </a:stretch>
        </p:blipFill>
        <p:spPr>
          <a:xfrm>
            <a:off x="8932244" y="2642358"/>
            <a:ext cx="5573375" cy="5035074"/>
          </a:xfrm>
          <a:prstGeom prst="rect">
            <a:avLst/>
          </a:prstGeom>
        </p:spPr>
      </p:pic>
      <p:sp>
        <p:nvSpPr>
          <p:cNvPr id="9" name="Title 8">
            <a:extLst>
              <a:ext uri="{FF2B5EF4-FFF2-40B4-BE49-F238E27FC236}">
                <a16:creationId xmlns:a16="http://schemas.microsoft.com/office/drawing/2014/main" id="{D569508F-B7E4-847D-07D9-A44235B6BB17}"/>
              </a:ext>
            </a:extLst>
          </p:cNvPr>
          <p:cNvSpPr>
            <a:spLocks noGrp="1"/>
          </p:cNvSpPr>
          <p:nvPr>
            <p:ph type="title"/>
          </p:nvPr>
        </p:nvSpPr>
        <p:spPr/>
        <p:txBody>
          <a:bodyPr/>
          <a:lstStyle/>
          <a:p>
            <a:r>
              <a:rPr lang="en-US"/>
              <a:t>GCAM Fossil Resources: </a:t>
            </a:r>
            <a:br>
              <a:rPr lang="en-US"/>
            </a:br>
            <a:r>
              <a:rPr lang="en-US"/>
              <a:t>Resource-Reserve model</a:t>
            </a:r>
          </a:p>
        </p:txBody>
      </p:sp>
    </p:spTree>
    <p:extLst>
      <p:ext uri="{BB962C8B-B14F-4D97-AF65-F5344CB8AC3E}">
        <p14:creationId xmlns:p14="http://schemas.microsoft.com/office/powerpoint/2010/main" val="379388424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a:extLst>
              <a:ext uri="{FF2B5EF4-FFF2-40B4-BE49-F238E27FC236}">
                <a16:creationId xmlns:a16="http://schemas.microsoft.com/office/drawing/2014/main" id="{2D030770-2AB5-A51E-C1FB-23D6D1DB44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2999" y="3712432"/>
            <a:ext cx="10900969" cy="4485294"/>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D841EB62-1C0E-4860-BB4E-0B3722B7C753}"/>
              </a:ext>
            </a:extLst>
          </p:cNvPr>
          <p:cNvSpPr>
            <a:spLocks noGrp="1"/>
          </p:cNvSpPr>
          <p:nvPr>
            <p:ph type="sldNum" sz="quarter" idx="12"/>
          </p:nvPr>
        </p:nvSpPr>
        <p:spPr/>
        <p:txBody>
          <a:bodyPr/>
          <a:lstStyle/>
          <a:p>
            <a:fld id="{FE7A4BB3-E848-5A44-82DF-322201952CD8}" type="slidenum">
              <a:rPr lang="en-US" smtClean="0"/>
              <a:pPr/>
              <a:t>15</a:t>
            </a:fld>
            <a:endParaRPr lang="en-US"/>
          </a:p>
        </p:txBody>
      </p:sp>
      <p:sp>
        <p:nvSpPr>
          <p:cNvPr id="4" name="Title 3">
            <a:extLst>
              <a:ext uri="{FF2B5EF4-FFF2-40B4-BE49-F238E27FC236}">
                <a16:creationId xmlns:a16="http://schemas.microsoft.com/office/drawing/2014/main" id="{00A654AB-EEE8-ADAA-E0D4-FC7A83AA6B67}"/>
              </a:ext>
            </a:extLst>
          </p:cNvPr>
          <p:cNvSpPr>
            <a:spLocks noGrp="1"/>
          </p:cNvSpPr>
          <p:nvPr>
            <p:ph type="title"/>
          </p:nvPr>
        </p:nvSpPr>
        <p:spPr/>
        <p:txBody>
          <a:bodyPr/>
          <a:lstStyle/>
          <a:p>
            <a:r>
              <a:rPr lang="en-US"/>
              <a:t>GCAM Natural Gas Pipeline and LNG Trade</a:t>
            </a:r>
          </a:p>
        </p:txBody>
      </p:sp>
      <p:sp>
        <p:nvSpPr>
          <p:cNvPr id="6" name="Content Placeholder 5">
            <a:extLst>
              <a:ext uri="{FF2B5EF4-FFF2-40B4-BE49-F238E27FC236}">
                <a16:creationId xmlns:a16="http://schemas.microsoft.com/office/drawing/2014/main" id="{24DB61FD-105F-F834-DE21-7EB7197C5EA3}"/>
              </a:ext>
            </a:extLst>
          </p:cNvPr>
          <p:cNvSpPr>
            <a:spLocks noGrp="1"/>
          </p:cNvSpPr>
          <p:nvPr>
            <p:ph sz="quarter" idx="20"/>
          </p:nvPr>
        </p:nvSpPr>
        <p:spPr>
          <a:xfrm>
            <a:off x="1371600" y="1592155"/>
            <a:ext cx="12801600" cy="1451344"/>
          </a:xfrm>
        </p:spPr>
        <p:txBody>
          <a:bodyPr/>
          <a:lstStyle/>
          <a:p>
            <a:r>
              <a:rPr lang="en-US"/>
              <a:t>Natural gas is traded via LNG (globally) and in 6 regional pipeline networks</a:t>
            </a:r>
          </a:p>
          <a:p>
            <a:r>
              <a:rPr lang="en-US" err="1"/>
              <a:t>Armington</a:t>
            </a:r>
            <a:r>
              <a:rPr lang="en-US"/>
              <a:t> trade structure:  gross exports and imports are distinguished</a:t>
            </a:r>
          </a:p>
          <a:p>
            <a:r>
              <a:rPr lang="en-US"/>
              <a:t>Other fossil fuels are traded globally using an </a:t>
            </a:r>
            <a:r>
              <a:rPr lang="en-US" err="1"/>
              <a:t>Armington</a:t>
            </a:r>
            <a:r>
              <a:rPr lang="en-US"/>
              <a:t> structure </a:t>
            </a:r>
          </a:p>
        </p:txBody>
      </p:sp>
      <p:sp>
        <p:nvSpPr>
          <p:cNvPr id="2" name="TextBox 1">
            <a:extLst>
              <a:ext uri="{FF2B5EF4-FFF2-40B4-BE49-F238E27FC236}">
                <a16:creationId xmlns:a16="http://schemas.microsoft.com/office/drawing/2014/main" id="{59358260-5D65-16AE-CEBD-E42F9939A597}"/>
              </a:ext>
            </a:extLst>
          </p:cNvPr>
          <p:cNvSpPr txBox="1"/>
          <p:nvPr/>
        </p:nvSpPr>
        <p:spPr>
          <a:xfrm>
            <a:off x="1972999" y="3287700"/>
            <a:ext cx="10900969" cy="424732"/>
          </a:xfrm>
          <a:prstGeom prst="rect">
            <a:avLst/>
          </a:prstGeom>
          <a:noFill/>
        </p:spPr>
        <p:txBody>
          <a:bodyPr wrap="square" rtlCol="0">
            <a:spAutoFit/>
          </a:bodyPr>
          <a:lstStyle/>
          <a:p>
            <a:pPr algn="ctr"/>
            <a:r>
              <a:rPr lang="en-US" b="1"/>
              <a:t>Natural gas pipeline trade modeling in GCAM</a:t>
            </a:r>
          </a:p>
        </p:txBody>
      </p:sp>
    </p:spTree>
    <p:extLst>
      <p:ext uri="{BB962C8B-B14F-4D97-AF65-F5344CB8AC3E}">
        <p14:creationId xmlns:p14="http://schemas.microsoft.com/office/powerpoint/2010/main" val="165877537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20"/>
          </p:nvPr>
        </p:nvSpPr>
        <p:spPr>
          <a:xfrm>
            <a:off x="1371600" y="2057400"/>
            <a:ext cx="13078047" cy="5486400"/>
          </a:xfrm>
        </p:spPr>
        <p:txBody>
          <a:bodyPr>
            <a:noAutofit/>
          </a:bodyPr>
          <a:lstStyle/>
          <a:p>
            <a:r>
              <a:rPr lang="en-US"/>
              <a:t>GCAM’s renewable resources include onshore wind, offshore wind, solar, geothermal, hydropower, and biomass; some regions are also assigned a “traditional biomass” resource</a:t>
            </a:r>
          </a:p>
          <a:p>
            <a:r>
              <a:rPr lang="en-US"/>
              <a:t>Supply curves for onshore wind, offshore wind, and rooftop PV represent increasing costs as most efficient sites are used first </a:t>
            </a:r>
          </a:p>
          <a:p>
            <a:r>
              <a:rPr lang="en-US"/>
              <a:t>Solar PV and CSP are modeled as unlimited resources</a:t>
            </a:r>
          </a:p>
          <a:p>
            <a:r>
              <a:rPr lang="en-US"/>
              <a:t>Wind, PV, and CSP technologies include options with and without dedicated storage</a:t>
            </a:r>
          </a:p>
          <a:p>
            <a:r>
              <a:rPr lang="en-US"/>
              <a:t>The costs of producing electricity from renewable energy forms consist of the sum of resource costs described above, capital and O&amp;M costs, and in some cases, intermittency costs</a:t>
            </a:r>
          </a:p>
          <a:p>
            <a:endParaRPr lang="en-US"/>
          </a:p>
          <a:p>
            <a:endParaRPr lang="en-US"/>
          </a:p>
        </p:txBody>
      </p:sp>
      <p:sp>
        <p:nvSpPr>
          <p:cNvPr id="9" name="Title 8">
            <a:extLst>
              <a:ext uri="{FF2B5EF4-FFF2-40B4-BE49-F238E27FC236}">
                <a16:creationId xmlns:a16="http://schemas.microsoft.com/office/drawing/2014/main" id="{D569508F-B7E4-847D-07D9-A44235B6BB17}"/>
              </a:ext>
            </a:extLst>
          </p:cNvPr>
          <p:cNvSpPr>
            <a:spLocks noGrp="1"/>
          </p:cNvSpPr>
          <p:nvPr>
            <p:ph type="title"/>
          </p:nvPr>
        </p:nvSpPr>
        <p:spPr/>
        <p:txBody>
          <a:bodyPr/>
          <a:lstStyle/>
          <a:p>
            <a:r>
              <a:rPr lang="en-US"/>
              <a:t>GCAM Renewable Resources</a:t>
            </a:r>
          </a:p>
        </p:txBody>
      </p:sp>
    </p:spTree>
    <p:extLst>
      <p:ext uri="{BB962C8B-B14F-4D97-AF65-F5344CB8AC3E}">
        <p14:creationId xmlns:p14="http://schemas.microsoft.com/office/powerpoint/2010/main" val="394433821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76"/>
          <p:cNvSpPr>
            <a:spLocks noGrp="1"/>
          </p:cNvSpPr>
          <p:nvPr>
            <p:ph type="title"/>
          </p:nvPr>
        </p:nvSpPr>
        <p:spPr/>
        <p:txBody>
          <a:bodyPr/>
          <a:lstStyle/>
          <a:p>
            <a:r>
              <a:rPr lang="en-US">
                <a:latin typeface="Arial" charset="0"/>
              </a:rPr>
              <a:t>GCAM Electricity Generation</a:t>
            </a:r>
          </a:p>
        </p:txBody>
      </p:sp>
      <p:sp>
        <p:nvSpPr>
          <p:cNvPr id="2" name="TextBox 1"/>
          <p:cNvSpPr txBox="1"/>
          <p:nvPr/>
        </p:nvSpPr>
        <p:spPr>
          <a:xfrm>
            <a:off x="978195" y="1691021"/>
            <a:ext cx="13577777" cy="3682355"/>
          </a:xfrm>
          <a:prstGeom prst="rect">
            <a:avLst/>
          </a:prstGeom>
          <a:noFill/>
        </p:spPr>
        <p:txBody>
          <a:bodyPr wrap="square" rtlCol="0">
            <a:spAutoFit/>
          </a:bodyPr>
          <a:lstStyle/>
          <a:p>
            <a:pPr marL="342900" indent="-342900">
              <a:buFont typeface="Arial" panose="020B0604020202020204" pitchFamily="34" charset="0"/>
              <a:buChar char="•"/>
            </a:pPr>
            <a:r>
              <a:rPr lang="en-US" sz="2592"/>
              <a:t>Power production depends on existing plants—run full lifetime as long as operating costs are covered</a:t>
            </a:r>
          </a:p>
          <a:p>
            <a:pPr marL="342900" indent="-342900">
              <a:buFont typeface="Arial" panose="020B0604020202020204" pitchFamily="34" charset="0"/>
              <a:buChar char="•"/>
            </a:pPr>
            <a:r>
              <a:rPr lang="en-US" sz="2592"/>
              <a:t>Natural and economic retirements are modeled</a:t>
            </a:r>
          </a:p>
          <a:p>
            <a:pPr marL="342900" indent="-342900">
              <a:buFont typeface="Arial" panose="020B0604020202020204" pitchFamily="34" charset="0"/>
              <a:buChar char="•"/>
            </a:pPr>
            <a:r>
              <a:rPr lang="en-US" sz="2592"/>
              <a:t>New capacity coming online is chosen based on levelized costs</a:t>
            </a:r>
          </a:p>
          <a:p>
            <a:pPr marL="342900" indent="-342900">
              <a:buFont typeface="Arial" panose="020B0604020202020204" pitchFamily="34" charset="0"/>
              <a:buChar char="•"/>
            </a:pPr>
            <a:r>
              <a:rPr lang="en-US" sz="2592"/>
              <a:t>Cost includes capital, fixed and variable O&amp;M, resource/ fuel prices, and intermittency costs (for intermittent renewables w/o storage)</a:t>
            </a:r>
          </a:p>
          <a:p>
            <a:pPr marL="342900" indent="-342900">
              <a:buFont typeface="Arial" panose="020B0604020202020204" pitchFamily="34" charset="0"/>
              <a:buChar char="•"/>
            </a:pPr>
            <a:r>
              <a:rPr lang="en-US" sz="2592"/>
              <a:t>Multiple technology options, e.g. 4 types of coal plants, includes options w/ and w/o CCUS, different types of cooling systems</a:t>
            </a:r>
          </a:p>
          <a:p>
            <a:pPr marL="342900" indent="-342900">
              <a:buFont typeface="Arial" panose="020B0604020202020204" pitchFamily="34" charset="0"/>
              <a:buChar char="•"/>
            </a:pPr>
            <a:endParaRPr lang="en-US" sz="2592"/>
          </a:p>
        </p:txBody>
      </p:sp>
      <p:pic>
        <p:nvPicPr>
          <p:cNvPr id="4" name="Picture 3" descr="Diagram&#10;&#10;Description automatically generated">
            <a:extLst>
              <a:ext uri="{FF2B5EF4-FFF2-40B4-BE49-F238E27FC236}">
                <a16:creationId xmlns:a16="http://schemas.microsoft.com/office/drawing/2014/main" id="{8DD62C48-0340-DFC7-332F-7D658D63F16E}"/>
              </a:ext>
            </a:extLst>
          </p:cNvPr>
          <p:cNvPicPr>
            <a:picLocks noChangeAspect="1"/>
          </p:cNvPicPr>
          <p:nvPr/>
        </p:nvPicPr>
        <p:blipFill>
          <a:blip r:embed="rId2"/>
          <a:stretch>
            <a:fillRect/>
          </a:stretch>
        </p:blipFill>
        <p:spPr>
          <a:xfrm>
            <a:off x="978196" y="5025201"/>
            <a:ext cx="13652204" cy="2933466"/>
          </a:xfrm>
          <a:prstGeom prst="rect">
            <a:avLst/>
          </a:prstGeom>
        </p:spPr>
      </p:pic>
      <p:sp>
        <p:nvSpPr>
          <p:cNvPr id="3" name="TextBox 2">
            <a:extLst>
              <a:ext uri="{FF2B5EF4-FFF2-40B4-BE49-F238E27FC236}">
                <a16:creationId xmlns:a16="http://schemas.microsoft.com/office/drawing/2014/main" id="{4EE38480-8A6A-8DAE-7126-93C4319850F4}"/>
              </a:ext>
            </a:extLst>
          </p:cNvPr>
          <p:cNvSpPr txBox="1"/>
          <p:nvPr/>
        </p:nvSpPr>
        <p:spPr>
          <a:xfrm>
            <a:off x="10391887" y="7767935"/>
            <a:ext cx="4238513" cy="461665"/>
          </a:xfrm>
          <a:prstGeom prst="rect">
            <a:avLst/>
          </a:prstGeom>
          <a:noFill/>
        </p:spPr>
        <p:txBody>
          <a:bodyPr wrap="square" rtlCol="0">
            <a:spAutoFit/>
          </a:bodyPr>
          <a:lstStyle/>
          <a:p>
            <a:pPr algn="ctr"/>
            <a:r>
              <a:rPr lang="en-US" sz="1200" i="1"/>
              <a:t>This is a partial schematic for illustrative purposes and may not represent all details</a:t>
            </a:r>
          </a:p>
        </p:txBody>
      </p:sp>
    </p:spTree>
    <p:extLst>
      <p:ext uri="{BB962C8B-B14F-4D97-AF65-F5344CB8AC3E}">
        <p14:creationId xmlns:p14="http://schemas.microsoft.com/office/powerpoint/2010/main" val="237559453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13EE8156-4D29-AB97-4D46-7BE3266F02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4309" y="3964392"/>
            <a:ext cx="12441781" cy="426520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D841EB62-1C0E-4860-BB4E-0B3722B7C753}"/>
              </a:ext>
            </a:extLst>
          </p:cNvPr>
          <p:cNvSpPr>
            <a:spLocks noGrp="1"/>
          </p:cNvSpPr>
          <p:nvPr>
            <p:ph type="sldNum" sz="quarter" idx="12"/>
          </p:nvPr>
        </p:nvSpPr>
        <p:spPr/>
        <p:txBody>
          <a:bodyPr/>
          <a:lstStyle/>
          <a:p>
            <a:fld id="{FE7A4BB3-E848-5A44-82DF-322201952CD8}" type="slidenum">
              <a:rPr lang="en-US" smtClean="0"/>
              <a:pPr/>
              <a:t>18</a:t>
            </a:fld>
            <a:endParaRPr lang="en-US"/>
          </a:p>
        </p:txBody>
      </p:sp>
      <p:sp>
        <p:nvSpPr>
          <p:cNvPr id="6" name="Title 5">
            <a:extLst>
              <a:ext uri="{FF2B5EF4-FFF2-40B4-BE49-F238E27FC236}">
                <a16:creationId xmlns:a16="http://schemas.microsoft.com/office/drawing/2014/main" id="{893F6314-DA1D-67E4-F0D6-9D6CFF7D2379}"/>
              </a:ext>
            </a:extLst>
          </p:cNvPr>
          <p:cNvSpPr>
            <a:spLocks noGrp="1"/>
          </p:cNvSpPr>
          <p:nvPr>
            <p:ph type="title"/>
          </p:nvPr>
        </p:nvSpPr>
        <p:spPr/>
        <p:txBody>
          <a:bodyPr/>
          <a:lstStyle/>
          <a:p>
            <a:r>
              <a:rPr lang="en-US"/>
              <a:t>GCAM Hydrogen</a:t>
            </a:r>
          </a:p>
        </p:txBody>
      </p:sp>
      <p:sp>
        <p:nvSpPr>
          <p:cNvPr id="7" name="Content Placeholder 6">
            <a:extLst>
              <a:ext uri="{FF2B5EF4-FFF2-40B4-BE49-F238E27FC236}">
                <a16:creationId xmlns:a16="http://schemas.microsoft.com/office/drawing/2014/main" id="{ED1BC1A4-4043-85EE-2333-6358785EC8E0}"/>
              </a:ext>
            </a:extLst>
          </p:cNvPr>
          <p:cNvSpPr>
            <a:spLocks noGrp="1"/>
          </p:cNvSpPr>
          <p:nvPr>
            <p:ph sz="quarter" idx="20"/>
          </p:nvPr>
        </p:nvSpPr>
        <p:spPr>
          <a:xfrm>
            <a:off x="1371599" y="1579741"/>
            <a:ext cx="13075919" cy="2020186"/>
          </a:xfrm>
        </p:spPr>
        <p:txBody>
          <a:bodyPr/>
          <a:lstStyle/>
          <a:p>
            <a:r>
              <a:rPr lang="en-US" sz="2400"/>
              <a:t>GCAM includes endogenous representation of supply and demand of hydrogen (H2)</a:t>
            </a:r>
          </a:p>
          <a:p>
            <a:r>
              <a:rPr lang="en-US" sz="2400"/>
              <a:t>H2 can be produced through 10 “central” production technologies, as well as 2 “forecourt” (i.e. on-site) production technologies</a:t>
            </a:r>
          </a:p>
          <a:p>
            <a:pPr lvl="1"/>
            <a:r>
              <a:rPr lang="en-US" sz="2000"/>
              <a:t>Production might occur using coal, gas, and biomass include CCS options</a:t>
            </a:r>
          </a:p>
          <a:p>
            <a:r>
              <a:rPr lang="en-US" sz="2400"/>
              <a:t>GCAM also includes details on hydrogen transmission &amp; distribution (including energy consumption &amp; loss rates for different T&amp;D modes)</a:t>
            </a:r>
          </a:p>
        </p:txBody>
      </p:sp>
      <p:sp>
        <p:nvSpPr>
          <p:cNvPr id="4" name="TextBox 3">
            <a:extLst>
              <a:ext uri="{FF2B5EF4-FFF2-40B4-BE49-F238E27FC236}">
                <a16:creationId xmlns:a16="http://schemas.microsoft.com/office/drawing/2014/main" id="{47EDA293-8BAF-3B3A-36E5-F914A6A9BD06}"/>
              </a:ext>
            </a:extLst>
          </p:cNvPr>
          <p:cNvSpPr txBox="1"/>
          <p:nvPr/>
        </p:nvSpPr>
        <p:spPr>
          <a:xfrm>
            <a:off x="10391887" y="6419026"/>
            <a:ext cx="4238513" cy="461665"/>
          </a:xfrm>
          <a:prstGeom prst="rect">
            <a:avLst/>
          </a:prstGeom>
          <a:noFill/>
        </p:spPr>
        <p:txBody>
          <a:bodyPr wrap="square" rtlCol="0">
            <a:spAutoFit/>
          </a:bodyPr>
          <a:lstStyle/>
          <a:p>
            <a:pPr algn="ctr"/>
            <a:r>
              <a:rPr lang="en-US" sz="1200" i="1"/>
              <a:t>This is a partial schematic for illustrative purposes and may not represent all details</a:t>
            </a:r>
          </a:p>
        </p:txBody>
      </p:sp>
    </p:spTree>
    <p:extLst>
      <p:ext uri="{BB962C8B-B14F-4D97-AF65-F5344CB8AC3E}">
        <p14:creationId xmlns:p14="http://schemas.microsoft.com/office/powerpoint/2010/main" val="215453134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71EE7B9-677E-4BF5-B5DD-C15F8D97A530}"/>
              </a:ext>
            </a:extLst>
          </p:cNvPr>
          <p:cNvSpPr>
            <a:spLocks noGrp="1"/>
          </p:cNvSpPr>
          <p:nvPr>
            <p:ph type="sldNum" sz="quarter" idx="12"/>
          </p:nvPr>
        </p:nvSpPr>
        <p:spPr/>
        <p:txBody>
          <a:bodyPr/>
          <a:lstStyle/>
          <a:p>
            <a:pPr defTabSz="1097236"/>
            <a:fld id="{FE7A4BB3-E848-5A44-82DF-322201952CD8}" type="slidenum">
              <a:rPr lang="en-US"/>
              <a:pPr defTabSz="1097236"/>
              <a:t>19</a:t>
            </a:fld>
            <a:endParaRPr lang="en-US"/>
          </a:p>
        </p:txBody>
      </p:sp>
      <p:sp>
        <p:nvSpPr>
          <p:cNvPr id="33" name="Rectangle: Rounded Corners 32">
            <a:extLst>
              <a:ext uri="{FF2B5EF4-FFF2-40B4-BE49-F238E27FC236}">
                <a16:creationId xmlns:a16="http://schemas.microsoft.com/office/drawing/2014/main" id="{98E37085-FE34-49D3-83BD-ABFD316B807F}"/>
              </a:ext>
            </a:extLst>
          </p:cNvPr>
          <p:cNvSpPr/>
          <p:nvPr/>
        </p:nvSpPr>
        <p:spPr>
          <a:xfrm>
            <a:off x="5560625" y="1462670"/>
            <a:ext cx="1819276" cy="4762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rgbClr val="FFFFFF"/>
                </a:solidFill>
                <a:latin typeface="Arial"/>
              </a:rPr>
              <a:t>GCAM Industry</a:t>
            </a:r>
          </a:p>
        </p:txBody>
      </p:sp>
      <p:sp>
        <p:nvSpPr>
          <p:cNvPr id="34" name="Rectangle: Rounded Corners 33">
            <a:extLst>
              <a:ext uri="{FF2B5EF4-FFF2-40B4-BE49-F238E27FC236}">
                <a16:creationId xmlns:a16="http://schemas.microsoft.com/office/drawing/2014/main" id="{B37AD3E1-83D8-4C84-B545-3B218F623C5F}"/>
              </a:ext>
            </a:extLst>
          </p:cNvPr>
          <p:cNvSpPr/>
          <p:nvPr/>
        </p:nvSpPr>
        <p:spPr>
          <a:xfrm>
            <a:off x="5560625" y="2157995"/>
            <a:ext cx="1819276" cy="47625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chemeClr val="tx1"/>
                </a:solidFill>
                <a:latin typeface="Arial"/>
              </a:rPr>
              <a:t>Iron &amp; Steel</a:t>
            </a:r>
          </a:p>
        </p:txBody>
      </p:sp>
      <p:sp>
        <p:nvSpPr>
          <p:cNvPr id="36" name="Rectangle: Rounded Corners 35">
            <a:extLst>
              <a:ext uri="{FF2B5EF4-FFF2-40B4-BE49-F238E27FC236}">
                <a16:creationId xmlns:a16="http://schemas.microsoft.com/office/drawing/2014/main" id="{BAAB61E6-594B-47A3-875C-6400FA201DFB}"/>
              </a:ext>
            </a:extLst>
          </p:cNvPr>
          <p:cNvSpPr/>
          <p:nvPr/>
        </p:nvSpPr>
        <p:spPr>
          <a:xfrm>
            <a:off x="5560625" y="3206711"/>
            <a:ext cx="1819276" cy="47625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chemeClr val="tx1"/>
                </a:solidFill>
                <a:latin typeface="Arial"/>
              </a:rPr>
              <a:t>Chemicals</a:t>
            </a:r>
          </a:p>
        </p:txBody>
      </p:sp>
      <p:sp>
        <p:nvSpPr>
          <p:cNvPr id="40" name="Rectangle: Rounded Corners 39">
            <a:extLst>
              <a:ext uri="{FF2B5EF4-FFF2-40B4-BE49-F238E27FC236}">
                <a16:creationId xmlns:a16="http://schemas.microsoft.com/office/drawing/2014/main" id="{3E7A8BAF-E242-47C2-A1D5-CFFBB6DEC3D8}"/>
              </a:ext>
            </a:extLst>
          </p:cNvPr>
          <p:cNvSpPr/>
          <p:nvPr/>
        </p:nvSpPr>
        <p:spPr>
          <a:xfrm>
            <a:off x="5560625" y="4285573"/>
            <a:ext cx="1819276" cy="47625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chemeClr val="tx1"/>
                </a:solidFill>
                <a:latin typeface="Arial"/>
              </a:rPr>
              <a:t>Aluminum</a:t>
            </a:r>
          </a:p>
        </p:txBody>
      </p:sp>
      <p:sp>
        <p:nvSpPr>
          <p:cNvPr id="42" name="Rectangle: Rounded Corners 41">
            <a:extLst>
              <a:ext uri="{FF2B5EF4-FFF2-40B4-BE49-F238E27FC236}">
                <a16:creationId xmlns:a16="http://schemas.microsoft.com/office/drawing/2014/main" id="{20953130-8F57-43F9-B179-9E0F05224A5E}"/>
              </a:ext>
            </a:extLst>
          </p:cNvPr>
          <p:cNvSpPr/>
          <p:nvPr/>
        </p:nvSpPr>
        <p:spPr>
          <a:xfrm>
            <a:off x="5560625" y="4815470"/>
            <a:ext cx="1819276" cy="47625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chemeClr val="tx1"/>
                </a:solidFill>
                <a:latin typeface="Arial"/>
              </a:rPr>
              <a:t>Construction</a:t>
            </a:r>
          </a:p>
        </p:txBody>
      </p:sp>
      <p:sp>
        <p:nvSpPr>
          <p:cNvPr id="43" name="Rectangle: Rounded Corners 42">
            <a:extLst>
              <a:ext uri="{FF2B5EF4-FFF2-40B4-BE49-F238E27FC236}">
                <a16:creationId xmlns:a16="http://schemas.microsoft.com/office/drawing/2014/main" id="{33D74C5E-D9AD-4CFC-85C8-10DAB135E694}"/>
              </a:ext>
            </a:extLst>
          </p:cNvPr>
          <p:cNvSpPr/>
          <p:nvPr/>
        </p:nvSpPr>
        <p:spPr>
          <a:xfrm>
            <a:off x="5560625" y="5348870"/>
            <a:ext cx="1819276" cy="47625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chemeClr val="tx1"/>
                </a:solidFill>
                <a:latin typeface="Arial"/>
              </a:rPr>
              <a:t>Mining </a:t>
            </a:r>
          </a:p>
          <a:p>
            <a:pPr algn="ctr" defTabSz="914291"/>
            <a:r>
              <a:rPr lang="en-US" sz="1500">
                <a:solidFill>
                  <a:schemeClr val="tx1"/>
                </a:solidFill>
                <a:latin typeface="Arial"/>
              </a:rPr>
              <a:t>Energy Use</a:t>
            </a:r>
          </a:p>
        </p:txBody>
      </p:sp>
      <p:sp>
        <p:nvSpPr>
          <p:cNvPr id="44" name="Rectangle: Rounded Corners 43">
            <a:extLst>
              <a:ext uri="{FF2B5EF4-FFF2-40B4-BE49-F238E27FC236}">
                <a16:creationId xmlns:a16="http://schemas.microsoft.com/office/drawing/2014/main" id="{B8B54B01-D470-41B8-B7EA-94C67049B411}"/>
              </a:ext>
            </a:extLst>
          </p:cNvPr>
          <p:cNvSpPr/>
          <p:nvPr/>
        </p:nvSpPr>
        <p:spPr>
          <a:xfrm>
            <a:off x="5560625" y="5882270"/>
            <a:ext cx="1819276" cy="47625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chemeClr val="tx1"/>
                </a:solidFill>
                <a:latin typeface="Arial"/>
              </a:rPr>
              <a:t>Agricultural Energy Use </a:t>
            </a:r>
          </a:p>
        </p:txBody>
      </p:sp>
      <p:sp>
        <p:nvSpPr>
          <p:cNvPr id="45" name="Rectangle: Rounded Corners 44">
            <a:extLst>
              <a:ext uri="{FF2B5EF4-FFF2-40B4-BE49-F238E27FC236}">
                <a16:creationId xmlns:a16="http://schemas.microsoft.com/office/drawing/2014/main" id="{4C839CEB-4914-4207-885F-49A77025E5AE}"/>
              </a:ext>
            </a:extLst>
          </p:cNvPr>
          <p:cNvSpPr/>
          <p:nvPr/>
        </p:nvSpPr>
        <p:spPr>
          <a:xfrm>
            <a:off x="5560625" y="6418846"/>
            <a:ext cx="1819276" cy="47625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chemeClr val="tx1"/>
                </a:solidFill>
                <a:latin typeface="Arial"/>
              </a:rPr>
              <a:t>Pulp and paper</a:t>
            </a:r>
          </a:p>
        </p:txBody>
      </p:sp>
      <p:sp>
        <p:nvSpPr>
          <p:cNvPr id="46" name="Rectangle: Rounded Corners 45">
            <a:extLst>
              <a:ext uri="{FF2B5EF4-FFF2-40B4-BE49-F238E27FC236}">
                <a16:creationId xmlns:a16="http://schemas.microsoft.com/office/drawing/2014/main" id="{A35E5D23-04A5-43CE-B8C5-E2F38811776A}"/>
              </a:ext>
            </a:extLst>
          </p:cNvPr>
          <p:cNvSpPr/>
          <p:nvPr/>
        </p:nvSpPr>
        <p:spPr>
          <a:xfrm>
            <a:off x="5160575" y="1348083"/>
            <a:ext cx="2743200" cy="6725107"/>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endParaRPr lang="en-US" sz="1500">
              <a:solidFill>
                <a:srgbClr val="FFFFFF"/>
              </a:solidFill>
              <a:latin typeface="Arial"/>
            </a:endParaRPr>
          </a:p>
        </p:txBody>
      </p:sp>
      <p:sp>
        <p:nvSpPr>
          <p:cNvPr id="47" name="Rectangle: Rounded Corners 46">
            <a:extLst>
              <a:ext uri="{FF2B5EF4-FFF2-40B4-BE49-F238E27FC236}">
                <a16:creationId xmlns:a16="http://schemas.microsoft.com/office/drawing/2014/main" id="{8FF60206-9F9A-48D8-BBA6-D4FE446A4A37}"/>
              </a:ext>
            </a:extLst>
          </p:cNvPr>
          <p:cNvSpPr/>
          <p:nvPr/>
        </p:nvSpPr>
        <p:spPr>
          <a:xfrm>
            <a:off x="5560625" y="7464230"/>
            <a:ext cx="1819276" cy="47625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chemeClr val="tx1"/>
                </a:solidFill>
                <a:latin typeface="Arial"/>
              </a:rPr>
              <a:t>Other industry</a:t>
            </a:r>
          </a:p>
        </p:txBody>
      </p:sp>
      <p:sp>
        <p:nvSpPr>
          <p:cNvPr id="48" name="Rectangle: Rounded Corners 47">
            <a:extLst>
              <a:ext uri="{FF2B5EF4-FFF2-40B4-BE49-F238E27FC236}">
                <a16:creationId xmlns:a16="http://schemas.microsoft.com/office/drawing/2014/main" id="{144422C7-A451-4957-967C-C7B3F644928B}"/>
              </a:ext>
            </a:extLst>
          </p:cNvPr>
          <p:cNvSpPr/>
          <p:nvPr/>
        </p:nvSpPr>
        <p:spPr>
          <a:xfrm>
            <a:off x="5560625" y="2679011"/>
            <a:ext cx="1819276" cy="47625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chemeClr val="tx1"/>
                </a:solidFill>
                <a:latin typeface="Arial"/>
              </a:rPr>
              <a:t>Cement </a:t>
            </a:r>
          </a:p>
        </p:txBody>
      </p:sp>
      <p:sp>
        <p:nvSpPr>
          <p:cNvPr id="49" name="Rectangle: Rounded Corners 48">
            <a:extLst>
              <a:ext uri="{FF2B5EF4-FFF2-40B4-BE49-F238E27FC236}">
                <a16:creationId xmlns:a16="http://schemas.microsoft.com/office/drawing/2014/main" id="{9C07D575-F185-450B-936D-3468160411A4}"/>
              </a:ext>
            </a:extLst>
          </p:cNvPr>
          <p:cNvSpPr/>
          <p:nvPr/>
        </p:nvSpPr>
        <p:spPr>
          <a:xfrm>
            <a:off x="5560625" y="3727409"/>
            <a:ext cx="1819276" cy="47625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chemeClr val="tx1"/>
                </a:solidFill>
                <a:latin typeface="Arial"/>
              </a:rPr>
              <a:t>Fertilizer</a:t>
            </a:r>
          </a:p>
        </p:txBody>
      </p:sp>
      <p:sp>
        <p:nvSpPr>
          <p:cNvPr id="32" name="TextBox 31">
            <a:extLst>
              <a:ext uri="{FF2B5EF4-FFF2-40B4-BE49-F238E27FC236}">
                <a16:creationId xmlns:a16="http://schemas.microsoft.com/office/drawing/2014/main" id="{812F0FCB-EAB4-4D37-84B2-0B8378A67217}"/>
              </a:ext>
            </a:extLst>
          </p:cNvPr>
          <p:cNvSpPr txBox="1"/>
          <p:nvPr/>
        </p:nvSpPr>
        <p:spPr>
          <a:xfrm>
            <a:off x="8704704" y="6270768"/>
            <a:ext cx="5289592" cy="1687898"/>
          </a:xfrm>
          <a:prstGeom prst="rect">
            <a:avLst/>
          </a:prstGeom>
          <a:noFill/>
          <a:ln>
            <a:solidFill>
              <a:schemeClr val="accent1"/>
            </a:solidFill>
          </a:ln>
        </p:spPr>
        <p:txBody>
          <a:bodyPr wrap="square" rtlCol="0">
            <a:spAutoFit/>
          </a:bodyPr>
          <a:lstStyle/>
          <a:p>
            <a:pPr defTabSz="1097236"/>
            <a:r>
              <a:rPr lang="en-US" sz="2592">
                <a:solidFill>
                  <a:srgbClr val="616265"/>
                </a:solidFill>
                <a:latin typeface="Arial"/>
              </a:rPr>
              <a:t>Other industry includes machinery, textile and leather, other non-metallic minerals, and other non-ferrous metal.  </a:t>
            </a:r>
          </a:p>
        </p:txBody>
      </p:sp>
      <p:sp>
        <p:nvSpPr>
          <p:cNvPr id="29" name="Rectangle: Rounded Corners 28">
            <a:extLst>
              <a:ext uri="{FF2B5EF4-FFF2-40B4-BE49-F238E27FC236}">
                <a16:creationId xmlns:a16="http://schemas.microsoft.com/office/drawing/2014/main" id="{713EB5B8-1FE1-41E0-80AC-459222783FA7}"/>
              </a:ext>
            </a:extLst>
          </p:cNvPr>
          <p:cNvSpPr/>
          <p:nvPr/>
        </p:nvSpPr>
        <p:spPr>
          <a:xfrm>
            <a:off x="5557161" y="6952982"/>
            <a:ext cx="1819276" cy="47625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chemeClr val="tx1"/>
                </a:solidFill>
                <a:latin typeface="Arial"/>
              </a:rPr>
              <a:t>Food processing</a:t>
            </a:r>
          </a:p>
        </p:txBody>
      </p:sp>
      <p:cxnSp>
        <p:nvCxnSpPr>
          <p:cNvPr id="7" name="Straight Connector 6">
            <a:extLst>
              <a:ext uri="{FF2B5EF4-FFF2-40B4-BE49-F238E27FC236}">
                <a16:creationId xmlns:a16="http://schemas.microsoft.com/office/drawing/2014/main" id="{0A7C638B-B5CD-9155-6356-DCF6AAE094AC}"/>
              </a:ext>
            </a:extLst>
          </p:cNvPr>
          <p:cNvCxnSpPr>
            <a:stCxn id="47" idx="3"/>
            <a:endCxn id="32" idx="1"/>
          </p:cNvCxnSpPr>
          <p:nvPr/>
        </p:nvCxnSpPr>
        <p:spPr>
          <a:xfrm flipV="1">
            <a:off x="7379901" y="7114717"/>
            <a:ext cx="1324803" cy="587638"/>
          </a:xfrm>
          <a:prstGeom prst="line">
            <a:avLst/>
          </a:prstGeom>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20DF0423-212F-E58D-1B71-DDD2F91C36DE}"/>
              </a:ext>
            </a:extLst>
          </p:cNvPr>
          <p:cNvSpPr>
            <a:spLocks noGrp="1"/>
          </p:cNvSpPr>
          <p:nvPr>
            <p:ph type="title"/>
          </p:nvPr>
        </p:nvSpPr>
        <p:spPr>
          <a:xfrm>
            <a:off x="3200400" y="270933"/>
            <a:ext cx="10972800" cy="706315"/>
          </a:xfrm>
        </p:spPr>
        <p:txBody>
          <a:bodyPr/>
          <a:lstStyle/>
          <a:p>
            <a:r>
              <a:rPr lang="en-US"/>
              <a:t>GCAM Industrial Sector</a:t>
            </a:r>
          </a:p>
        </p:txBody>
      </p:sp>
    </p:spTree>
    <p:extLst>
      <p:ext uri="{BB962C8B-B14F-4D97-AF65-F5344CB8AC3E}">
        <p14:creationId xmlns:p14="http://schemas.microsoft.com/office/powerpoint/2010/main" val="244042076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9D34613-CD24-40E4-9BEA-F90E69319458}"/>
              </a:ext>
            </a:extLst>
          </p:cNvPr>
          <p:cNvSpPr>
            <a:spLocks noGrp="1"/>
          </p:cNvSpPr>
          <p:nvPr>
            <p:ph type="sldNum" sz="quarter" idx="12"/>
          </p:nvPr>
        </p:nvSpPr>
        <p:spPr/>
        <p:txBody>
          <a:bodyPr/>
          <a:lstStyle/>
          <a:p>
            <a:fld id="{FE7A4BB3-E848-5A44-82DF-322201952CD8}" type="slidenum">
              <a:rPr lang="en-US" smtClean="0"/>
              <a:pPr/>
              <a:t>20</a:t>
            </a:fld>
            <a:endParaRPr lang="en-US"/>
          </a:p>
        </p:txBody>
      </p:sp>
      <p:pic>
        <p:nvPicPr>
          <p:cNvPr id="156" name="Picture 155">
            <a:extLst>
              <a:ext uri="{FF2B5EF4-FFF2-40B4-BE49-F238E27FC236}">
                <a16:creationId xmlns:a16="http://schemas.microsoft.com/office/drawing/2014/main" id="{7D6E89C7-F1C3-47E2-9849-0FE60CBD073C}"/>
              </a:ext>
            </a:extLst>
          </p:cNvPr>
          <p:cNvPicPr>
            <a:picLocks noChangeAspect="1"/>
          </p:cNvPicPr>
          <p:nvPr/>
        </p:nvPicPr>
        <p:blipFill rotWithShape="1">
          <a:blip r:embed="rId3"/>
          <a:srcRect l="38225" r="1"/>
          <a:stretch/>
        </p:blipFill>
        <p:spPr>
          <a:xfrm>
            <a:off x="6220047" y="1662185"/>
            <a:ext cx="5745708" cy="6181514"/>
          </a:xfrm>
          <a:prstGeom prst="rect">
            <a:avLst/>
          </a:prstGeom>
        </p:spPr>
      </p:pic>
      <p:sp>
        <p:nvSpPr>
          <p:cNvPr id="7" name="Title 6">
            <a:extLst>
              <a:ext uri="{FF2B5EF4-FFF2-40B4-BE49-F238E27FC236}">
                <a16:creationId xmlns:a16="http://schemas.microsoft.com/office/drawing/2014/main" id="{7993CB76-BF29-0EDB-696B-88A0B5929BC9}"/>
              </a:ext>
            </a:extLst>
          </p:cNvPr>
          <p:cNvSpPr>
            <a:spLocks noGrp="1"/>
          </p:cNvSpPr>
          <p:nvPr>
            <p:ph type="title"/>
          </p:nvPr>
        </p:nvSpPr>
        <p:spPr>
          <a:xfrm>
            <a:off x="3200400" y="270934"/>
            <a:ext cx="10972800" cy="822118"/>
          </a:xfrm>
        </p:spPr>
        <p:txBody>
          <a:bodyPr/>
          <a:lstStyle/>
          <a:p>
            <a:r>
              <a:rPr lang="en-US"/>
              <a:t>GCAM Iron and Steel Technologies</a:t>
            </a:r>
          </a:p>
        </p:txBody>
      </p:sp>
      <p:sp>
        <p:nvSpPr>
          <p:cNvPr id="8" name="Rectangle: Rounded Corners 7">
            <a:extLst>
              <a:ext uri="{FF2B5EF4-FFF2-40B4-BE49-F238E27FC236}">
                <a16:creationId xmlns:a16="http://schemas.microsoft.com/office/drawing/2014/main" id="{1EDD99C9-D09D-47CF-868E-900B85B309CD}"/>
              </a:ext>
            </a:extLst>
          </p:cNvPr>
          <p:cNvSpPr/>
          <p:nvPr/>
        </p:nvSpPr>
        <p:spPr>
          <a:xfrm>
            <a:off x="2698960" y="1672243"/>
            <a:ext cx="1819276" cy="4762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rgbClr val="FFFFFF"/>
                </a:solidFill>
                <a:latin typeface="Arial"/>
              </a:rPr>
              <a:t>GCAM Industry</a:t>
            </a:r>
          </a:p>
        </p:txBody>
      </p:sp>
      <p:sp>
        <p:nvSpPr>
          <p:cNvPr id="9" name="Rectangle: Rounded Corners 8">
            <a:extLst>
              <a:ext uri="{FF2B5EF4-FFF2-40B4-BE49-F238E27FC236}">
                <a16:creationId xmlns:a16="http://schemas.microsoft.com/office/drawing/2014/main" id="{63817DC4-963A-36B7-FF1F-F6E70CA237B1}"/>
              </a:ext>
            </a:extLst>
          </p:cNvPr>
          <p:cNvSpPr/>
          <p:nvPr/>
        </p:nvSpPr>
        <p:spPr>
          <a:xfrm>
            <a:off x="2698960" y="2367568"/>
            <a:ext cx="1819276" cy="47625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chemeClr val="tx1"/>
                </a:solidFill>
                <a:latin typeface="Arial"/>
              </a:rPr>
              <a:t>Iron &amp; Steel</a:t>
            </a:r>
          </a:p>
        </p:txBody>
      </p:sp>
      <p:sp>
        <p:nvSpPr>
          <p:cNvPr id="10" name="Rectangle: Rounded Corners 9">
            <a:extLst>
              <a:ext uri="{FF2B5EF4-FFF2-40B4-BE49-F238E27FC236}">
                <a16:creationId xmlns:a16="http://schemas.microsoft.com/office/drawing/2014/main" id="{3FB4F32D-AEAA-3F79-4598-77BF39420852}"/>
              </a:ext>
            </a:extLst>
          </p:cNvPr>
          <p:cNvSpPr/>
          <p:nvPr/>
        </p:nvSpPr>
        <p:spPr>
          <a:xfrm>
            <a:off x="2698960" y="3416284"/>
            <a:ext cx="1819276" cy="47625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chemeClr val="tx1"/>
                </a:solidFill>
                <a:latin typeface="Arial"/>
              </a:rPr>
              <a:t>Chemicals</a:t>
            </a:r>
          </a:p>
        </p:txBody>
      </p:sp>
      <p:sp>
        <p:nvSpPr>
          <p:cNvPr id="11" name="Rectangle: Rounded Corners 10">
            <a:extLst>
              <a:ext uri="{FF2B5EF4-FFF2-40B4-BE49-F238E27FC236}">
                <a16:creationId xmlns:a16="http://schemas.microsoft.com/office/drawing/2014/main" id="{04099401-A49E-FC24-9A41-E629463C9A87}"/>
              </a:ext>
            </a:extLst>
          </p:cNvPr>
          <p:cNvSpPr/>
          <p:nvPr/>
        </p:nvSpPr>
        <p:spPr>
          <a:xfrm>
            <a:off x="2698960" y="4495146"/>
            <a:ext cx="1819276" cy="47625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chemeClr val="tx1"/>
                </a:solidFill>
                <a:latin typeface="Arial"/>
              </a:rPr>
              <a:t>Aluminum</a:t>
            </a:r>
          </a:p>
        </p:txBody>
      </p:sp>
      <p:sp>
        <p:nvSpPr>
          <p:cNvPr id="12" name="Rectangle: Rounded Corners 11">
            <a:extLst>
              <a:ext uri="{FF2B5EF4-FFF2-40B4-BE49-F238E27FC236}">
                <a16:creationId xmlns:a16="http://schemas.microsoft.com/office/drawing/2014/main" id="{A6E62262-6557-9A33-B121-992620173433}"/>
              </a:ext>
            </a:extLst>
          </p:cNvPr>
          <p:cNvSpPr/>
          <p:nvPr/>
        </p:nvSpPr>
        <p:spPr>
          <a:xfrm>
            <a:off x="2698960" y="5025043"/>
            <a:ext cx="1819276" cy="47625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chemeClr val="tx1"/>
                </a:solidFill>
                <a:latin typeface="Arial"/>
              </a:rPr>
              <a:t>Construction</a:t>
            </a:r>
          </a:p>
        </p:txBody>
      </p:sp>
      <p:sp>
        <p:nvSpPr>
          <p:cNvPr id="13" name="Rectangle: Rounded Corners 12">
            <a:extLst>
              <a:ext uri="{FF2B5EF4-FFF2-40B4-BE49-F238E27FC236}">
                <a16:creationId xmlns:a16="http://schemas.microsoft.com/office/drawing/2014/main" id="{0D520B0F-A418-662C-D1FD-B5AF96CC6AA8}"/>
              </a:ext>
            </a:extLst>
          </p:cNvPr>
          <p:cNvSpPr/>
          <p:nvPr/>
        </p:nvSpPr>
        <p:spPr>
          <a:xfrm>
            <a:off x="2698960" y="5558443"/>
            <a:ext cx="1819276" cy="47625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chemeClr val="tx1"/>
                </a:solidFill>
                <a:latin typeface="Arial"/>
              </a:rPr>
              <a:t>Mining </a:t>
            </a:r>
          </a:p>
          <a:p>
            <a:pPr algn="ctr" defTabSz="914291"/>
            <a:r>
              <a:rPr lang="en-US" sz="1500">
                <a:solidFill>
                  <a:schemeClr val="tx1"/>
                </a:solidFill>
                <a:latin typeface="Arial"/>
              </a:rPr>
              <a:t>Energy Use</a:t>
            </a:r>
          </a:p>
        </p:txBody>
      </p:sp>
      <p:sp>
        <p:nvSpPr>
          <p:cNvPr id="14" name="Rectangle: Rounded Corners 13">
            <a:extLst>
              <a:ext uri="{FF2B5EF4-FFF2-40B4-BE49-F238E27FC236}">
                <a16:creationId xmlns:a16="http://schemas.microsoft.com/office/drawing/2014/main" id="{F03DCECC-8568-0C81-C9A8-63FB91598AEE}"/>
              </a:ext>
            </a:extLst>
          </p:cNvPr>
          <p:cNvSpPr/>
          <p:nvPr/>
        </p:nvSpPr>
        <p:spPr>
          <a:xfrm>
            <a:off x="2698960" y="6091843"/>
            <a:ext cx="1819276" cy="47625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chemeClr val="tx1"/>
                </a:solidFill>
                <a:latin typeface="Arial"/>
              </a:rPr>
              <a:t>Agricultural Energy Use </a:t>
            </a:r>
          </a:p>
        </p:txBody>
      </p:sp>
      <p:sp>
        <p:nvSpPr>
          <p:cNvPr id="15" name="Rectangle: Rounded Corners 14">
            <a:extLst>
              <a:ext uri="{FF2B5EF4-FFF2-40B4-BE49-F238E27FC236}">
                <a16:creationId xmlns:a16="http://schemas.microsoft.com/office/drawing/2014/main" id="{D20006BA-049D-14B7-573C-C77285DC45ED}"/>
              </a:ext>
            </a:extLst>
          </p:cNvPr>
          <p:cNvSpPr/>
          <p:nvPr/>
        </p:nvSpPr>
        <p:spPr>
          <a:xfrm>
            <a:off x="2698960" y="6628419"/>
            <a:ext cx="1819276" cy="47625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chemeClr val="tx1"/>
                </a:solidFill>
                <a:latin typeface="Arial"/>
              </a:rPr>
              <a:t>Pulp and paper</a:t>
            </a:r>
          </a:p>
        </p:txBody>
      </p:sp>
      <p:sp>
        <p:nvSpPr>
          <p:cNvPr id="16" name="Rectangle: Rounded Corners 15">
            <a:extLst>
              <a:ext uri="{FF2B5EF4-FFF2-40B4-BE49-F238E27FC236}">
                <a16:creationId xmlns:a16="http://schemas.microsoft.com/office/drawing/2014/main" id="{74A2FE94-E21E-E234-CB90-6D729DCDC367}"/>
              </a:ext>
            </a:extLst>
          </p:cNvPr>
          <p:cNvSpPr/>
          <p:nvPr/>
        </p:nvSpPr>
        <p:spPr>
          <a:xfrm>
            <a:off x="2298910" y="1557656"/>
            <a:ext cx="2743200" cy="6725107"/>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endParaRPr lang="en-US" sz="1500">
              <a:solidFill>
                <a:srgbClr val="FFFFFF"/>
              </a:solidFill>
              <a:latin typeface="Arial"/>
            </a:endParaRPr>
          </a:p>
        </p:txBody>
      </p:sp>
      <p:sp>
        <p:nvSpPr>
          <p:cNvPr id="17" name="Rectangle: Rounded Corners 16">
            <a:extLst>
              <a:ext uri="{FF2B5EF4-FFF2-40B4-BE49-F238E27FC236}">
                <a16:creationId xmlns:a16="http://schemas.microsoft.com/office/drawing/2014/main" id="{B5476200-4AE9-B5B9-6484-A9D092E8AEB8}"/>
              </a:ext>
            </a:extLst>
          </p:cNvPr>
          <p:cNvSpPr/>
          <p:nvPr/>
        </p:nvSpPr>
        <p:spPr>
          <a:xfrm>
            <a:off x="2698960" y="7673803"/>
            <a:ext cx="1819276" cy="47625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chemeClr val="tx1"/>
                </a:solidFill>
                <a:latin typeface="Arial"/>
              </a:rPr>
              <a:t>Other industry</a:t>
            </a:r>
          </a:p>
        </p:txBody>
      </p:sp>
      <p:sp>
        <p:nvSpPr>
          <p:cNvPr id="18" name="Rectangle: Rounded Corners 17">
            <a:extLst>
              <a:ext uri="{FF2B5EF4-FFF2-40B4-BE49-F238E27FC236}">
                <a16:creationId xmlns:a16="http://schemas.microsoft.com/office/drawing/2014/main" id="{0F56D636-BED4-D5B4-34EE-C06D0F69C0D1}"/>
              </a:ext>
            </a:extLst>
          </p:cNvPr>
          <p:cNvSpPr/>
          <p:nvPr/>
        </p:nvSpPr>
        <p:spPr>
          <a:xfrm>
            <a:off x="2698960" y="2888584"/>
            <a:ext cx="1819276" cy="47625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chemeClr val="tx1"/>
                </a:solidFill>
                <a:latin typeface="Arial"/>
              </a:rPr>
              <a:t>Cement </a:t>
            </a:r>
          </a:p>
        </p:txBody>
      </p:sp>
      <p:sp>
        <p:nvSpPr>
          <p:cNvPr id="19" name="Rectangle: Rounded Corners 18">
            <a:extLst>
              <a:ext uri="{FF2B5EF4-FFF2-40B4-BE49-F238E27FC236}">
                <a16:creationId xmlns:a16="http://schemas.microsoft.com/office/drawing/2014/main" id="{4C013F0D-1CBD-4BA0-A2A4-6E621582AEEC}"/>
              </a:ext>
            </a:extLst>
          </p:cNvPr>
          <p:cNvSpPr/>
          <p:nvPr/>
        </p:nvSpPr>
        <p:spPr>
          <a:xfrm>
            <a:off x="2698960" y="3936982"/>
            <a:ext cx="1819276" cy="47625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chemeClr val="tx1"/>
                </a:solidFill>
                <a:latin typeface="Arial"/>
              </a:rPr>
              <a:t>Fertilizer</a:t>
            </a:r>
          </a:p>
        </p:txBody>
      </p:sp>
      <p:sp>
        <p:nvSpPr>
          <p:cNvPr id="20" name="Rectangle: Rounded Corners 19">
            <a:extLst>
              <a:ext uri="{FF2B5EF4-FFF2-40B4-BE49-F238E27FC236}">
                <a16:creationId xmlns:a16="http://schemas.microsoft.com/office/drawing/2014/main" id="{1BEC5F2F-7729-342F-5717-4BC4617CD3A1}"/>
              </a:ext>
            </a:extLst>
          </p:cNvPr>
          <p:cNvSpPr/>
          <p:nvPr/>
        </p:nvSpPr>
        <p:spPr>
          <a:xfrm>
            <a:off x="2695496" y="7162555"/>
            <a:ext cx="1819276" cy="47625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91"/>
            <a:r>
              <a:rPr lang="en-US" sz="1500">
                <a:solidFill>
                  <a:schemeClr val="tx1"/>
                </a:solidFill>
                <a:latin typeface="Arial"/>
              </a:rPr>
              <a:t>Food processing</a:t>
            </a:r>
          </a:p>
        </p:txBody>
      </p:sp>
      <p:cxnSp>
        <p:nvCxnSpPr>
          <p:cNvPr id="22" name="Straight Connector 21">
            <a:extLst>
              <a:ext uri="{FF2B5EF4-FFF2-40B4-BE49-F238E27FC236}">
                <a16:creationId xmlns:a16="http://schemas.microsoft.com/office/drawing/2014/main" id="{CB5F2632-C1F5-8E46-89AD-82E0EDD443F6}"/>
              </a:ext>
            </a:extLst>
          </p:cNvPr>
          <p:cNvCxnSpPr>
            <a:cxnSpLocks/>
            <a:stCxn id="9" idx="3"/>
          </p:cNvCxnSpPr>
          <p:nvPr/>
        </p:nvCxnSpPr>
        <p:spPr>
          <a:xfrm>
            <a:off x="4518236" y="2605693"/>
            <a:ext cx="1701811" cy="403321"/>
          </a:xfrm>
          <a:prstGeom prst="line">
            <a:avLst/>
          </a:prstGeom>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393733215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trnfigUCD.jpeg">
            <a:extLst>
              <a:ext uri="{FF2B5EF4-FFF2-40B4-BE49-F238E27FC236}">
                <a16:creationId xmlns:a16="http://schemas.microsoft.com/office/drawing/2014/main" id="{6BE52393-D308-8DB5-E08F-0A363DD716C8}"/>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243728" y="3910118"/>
            <a:ext cx="9402061" cy="4048547"/>
          </a:xfrm>
          <a:prstGeom prst="rect">
            <a:avLst/>
          </a:prstGeom>
        </p:spPr>
      </p:pic>
      <p:sp>
        <p:nvSpPr>
          <p:cNvPr id="4" name="Slide Number Placeholder 3">
            <a:extLst>
              <a:ext uri="{FF2B5EF4-FFF2-40B4-BE49-F238E27FC236}">
                <a16:creationId xmlns:a16="http://schemas.microsoft.com/office/drawing/2014/main" id="{8B9EFB3B-AE83-4390-8D43-4214E580394E}"/>
              </a:ext>
            </a:extLst>
          </p:cNvPr>
          <p:cNvSpPr>
            <a:spLocks noGrp="1"/>
          </p:cNvSpPr>
          <p:nvPr>
            <p:ph type="sldNum" sz="quarter" idx="12"/>
          </p:nvPr>
        </p:nvSpPr>
        <p:spPr/>
        <p:txBody>
          <a:bodyPr/>
          <a:lstStyle/>
          <a:p>
            <a:fld id="{5455B396-8804-46D5-8B76-B98252BC9C5D}" type="slidenum">
              <a:rPr lang="en-US" smtClean="0"/>
              <a:t>21</a:t>
            </a:fld>
            <a:endParaRPr lang="en-US"/>
          </a:p>
        </p:txBody>
      </p:sp>
      <p:sp>
        <p:nvSpPr>
          <p:cNvPr id="8" name="Title 7">
            <a:extLst>
              <a:ext uri="{FF2B5EF4-FFF2-40B4-BE49-F238E27FC236}">
                <a16:creationId xmlns:a16="http://schemas.microsoft.com/office/drawing/2014/main" id="{0531890B-6A89-4BEE-BA4E-8187C2547F7A}"/>
              </a:ext>
            </a:extLst>
          </p:cNvPr>
          <p:cNvSpPr>
            <a:spLocks noGrp="1"/>
          </p:cNvSpPr>
          <p:nvPr>
            <p:ph type="title"/>
          </p:nvPr>
        </p:nvSpPr>
        <p:spPr>
          <a:xfrm>
            <a:off x="3200400" y="270933"/>
            <a:ext cx="10972800" cy="728527"/>
          </a:xfrm>
        </p:spPr>
        <p:txBody>
          <a:bodyPr/>
          <a:lstStyle/>
          <a:p>
            <a:r>
              <a:rPr lang="en-US" sz="4320" b="1">
                <a:solidFill>
                  <a:srgbClr val="D57500"/>
                </a:solidFill>
                <a:cs typeface="Arial"/>
              </a:rPr>
              <a:t>GCAM Transportation</a:t>
            </a:r>
            <a:endParaRPr lang="en-US"/>
          </a:p>
        </p:txBody>
      </p:sp>
      <p:sp>
        <p:nvSpPr>
          <p:cNvPr id="12" name="Content Placeholder 11">
            <a:extLst>
              <a:ext uri="{FF2B5EF4-FFF2-40B4-BE49-F238E27FC236}">
                <a16:creationId xmlns:a16="http://schemas.microsoft.com/office/drawing/2014/main" id="{C5AECD67-5EA5-5BD5-9A19-F88067B11337}"/>
              </a:ext>
            </a:extLst>
          </p:cNvPr>
          <p:cNvSpPr>
            <a:spLocks noGrp="1"/>
          </p:cNvSpPr>
          <p:nvPr>
            <p:ph sz="quarter" idx="20"/>
          </p:nvPr>
        </p:nvSpPr>
        <p:spPr>
          <a:xfrm>
            <a:off x="1371600" y="1500902"/>
            <a:ext cx="12907926" cy="2780414"/>
          </a:xfrm>
        </p:spPr>
        <p:txBody>
          <a:bodyPr/>
          <a:lstStyle/>
          <a:p>
            <a:r>
              <a:rPr lang="en-US" sz="2400"/>
              <a:t>The transportation sector in GCAM is subdivided into four final demands: long-distance passenger air travel, (other) passenger travel, international freight shipping, and (other) freight</a:t>
            </a:r>
          </a:p>
          <a:p>
            <a:r>
              <a:rPr lang="en-US" sz="2400"/>
              <a:t>The passenger sector includes competition across different modes (e.g., road, rail), sub-modes (e.g., bus, light duty vehicle), size classes, and drivetrain technologies</a:t>
            </a:r>
          </a:p>
          <a:p>
            <a:r>
              <a:rPr lang="en-US" sz="2400"/>
              <a:t>The choice among modes of transportation in the passenger sector is a function of the cost of travel, the time it takes, and income</a:t>
            </a:r>
          </a:p>
          <a:p>
            <a:endParaRPr lang="en-US" sz="2400"/>
          </a:p>
        </p:txBody>
      </p:sp>
      <p:cxnSp>
        <p:nvCxnSpPr>
          <p:cNvPr id="35" name="Straight Connector 34">
            <a:extLst>
              <a:ext uri="{FF2B5EF4-FFF2-40B4-BE49-F238E27FC236}">
                <a16:creationId xmlns:a16="http://schemas.microsoft.com/office/drawing/2014/main" id="{097B8E6C-3587-4B0A-B84E-B8602E1F71EE}"/>
              </a:ext>
            </a:extLst>
          </p:cNvPr>
          <p:cNvCxnSpPr>
            <a:cxnSpLocks/>
          </p:cNvCxnSpPr>
          <p:nvPr/>
        </p:nvCxnSpPr>
        <p:spPr>
          <a:xfrm>
            <a:off x="9159389" y="29480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Content Placeholder 11">
            <a:extLst>
              <a:ext uri="{FF2B5EF4-FFF2-40B4-BE49-F238E27FC236}">
                <a16:creationId xmlns:a16="http://schemas.microsoft.com/office/drawing/2014/main" id="{F0E7BA31-3803-A3F3-5EF2-01FA0A69F681}"/>
              </a:ext>
            </a:extLst>
          </p:cNvPr>
          <p:cNvSpPr txBox="1">
            <a:spLocks/>
          </p:cNvSpPr>
          <p:nvPr/>
        </p:nvSpPr>
        <p:spPr>
          <a:xfrm>
            <a:off x="1371600" y="4204735"/>
            <a:ext cx="4019107" cy="3546277"/>
          </a:xfrm>
          <a:prstGeom prst="rect">
            <a:avLst/>
          </a:prstGeom>
        </p:spPr>
        <p:txBody>
          <a:bodyPr/>
          <a:lstStyle>
            <a:lvl1pPr marL="274320" indent="-274320" algn="l" defTabSz="1097280" rtl="0" eaLnBrk="1" latinLnBrk="0" hangingPunct="1">
              <a:lnSpc>
                <a:spcPct val="90000"/>
              </a:lnSpc>
              <a:spcBef>
                <a:spcPts val="12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822960" indent="-274320" algn="l" defTabSz="1097280" rtl="0" eaLnBrk="1" latinLnBrk="0" hangingPunct="1">
              <a:lnSpc>
                <a:spcPct val="90000"/>
              </a:lnSpc>
              <a:spcBef>
                <a:spcPts val="600"/>
              </a:spcBef>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2pPr>
            <a:lvl3pPr marL="1371600" indent="-274320" algn="l" defTabSz="1097280" rtl="0" eaLnBrk="1" latinLnBrk="0" hangingPunct="1">
              <a:lnSpc>
                <a:spcPct val="90000"/>
              </a:lnSpc>
              <a:spcBef>
                <a:spcPts val="600"/>
              </a:spcBef>
              <a:buFont typeface="Wingdings" panose="05000000000000000000" pitchFamily="2" charset="2"/>
              <a:buChar char="ü"/>
              <a:defRPr sz="2000" kern="1200">
                <a:solidFill>
                  <a:schemeClr val="tx1"/>
                </a:solidFill>
                <a:latin typeface="Arial" panose="020B0604020202020204" pitchFamily="34" charset="0"/>
                <a:ea typeface="+mn-ea"/>
                <a:cs typeface="Arial" panose="020B0604020202020204" pitchFamily="34" charset="0"/>
              </a:defRPr>
            </a:lvl3pPr>
            <a:lvl4pPr marL="1920240" indent="-274320" algn="l" defTabSz="1097280" rtl="0" eaLnBrk="1" latinLnBrk="0" hangingPunct="1">
              <a:lnSpc>
                <a:spcPct val="90000"/>
              </a:lnSpc>
              <a:spcBef>
                <a:spcPts val="6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468880" indent="-274320" algn="l" defTabSz="1097280" rtl="0" eaLnBrk="1" latinLnBrk="0" hangingPunct="1">
              <a:lnSpc>
                <a:spcPct val="90000"/>
              </a:lnSpc>
              <a:spcBef>
                <a:spcPts val="60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r>
              <a:rPr lang="en-US" sz="2400"/>
              <a:t>The demand for transportation services (e.g., passenger-km, </a:t>
            </a:r>
            <a:r>
              <a:rPr lang="en-US" sz="2400" err="1"/>
              <a:t>tonne</a:t>
            </a:r>
            <a:r>
              <a:rPr lang="en-US" sz="2400"/>
              <a:t>-km) in a region is a function of per-capita GDP, income elasticity, service price, price elasticity, and population growth</a:t>
            </a:r>
          </a:p>
        </p:txBody>
      </p:sp>
    </p:spTree>
    <p:extLst>
      <p:ext uri="{BB962C8B-B14F-4D97-AF65-F5344CB8AC3E}">
        <p14:creationId xmlns:p14="http://schemas.microsoft.com/office/powerpoint/2010/main" val="3293191847"/>
      </p:ext>
    </p:extLst>
  </p:cSld>
  <p:clrMapOvr>
    <a:masterClrMapping/>
  </p:clrMapOvr>
  <mc:AlternateContent xmlns:mc="http://schemas.openxmlformats.org/markup-compatibility/2006">
    <mc:Choice xmlns:p14="http://schemas.microsoft.com/office/powerpoint/2010/main" Requires="p14">
      <p:transition p14:dur="0" advTm="112022"/>
    </mc:Choice>
    <mc:Fallback>
      <p:transition advTm="112022"/>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83D0FD-2081-E515-4AFF-4878DBAAAFA4}"/>
              </a:ext>
            </a:extLst>
          </p:cNvPr>
          <p:cNvSpPr>
            <a:spLocks noGrp="1"/>
          </p:cNvSpPr>
          <p:nvPr>
            <p:ph type="sldNum" sz="quarter" idx="12"/>
          </p:nvPr>
        </p:nvSpPr>
        <p:spPr/>
        <p:txBody>
          <a:bodyPr/>
          <a:lstStyle/>
          <a:p>
            <a:fld id="{FE7A4BB3-E848-5A44-82DF-322201952CD8}" type="slidenum">
              <a:rPr lang="en-US" smtClean="0"/>
              <a:pPr/>
              <a:t>22</a:t>
            </a:fld>
            <a:endParaRPr lang="en-US"/>
          </a:p>
        </p:txBody>
      </p:sp>
      <p:sp>
        <p:nvSpPr>
          <p:cNvPr id="3" name="Title 2">
            <a:extLst>
              <a:ext uri="{FF2B5EF4-FFF2-40B4-BE49-F238E27FC236}">
                <a16:creationId xmlns:a16="http://schemas.microsoft.com/office/drawing/2014/main" id="{9F59AF16-A88F-2501-15DA-8489F77C4DCF}"/>
              </a:ext>
            </a:extLst>
          </p:cNvPr>
          <p:cNvSpPr>
            <a:spLocks noGrp="1"/>
          </p:cNvSpPr>
          <p:nvPr>
            <p:ph type="title"/>
          </p:nvPr>
        </p:nvSpPr>
        <p:spPr/>
        <p:txBody>
          <a:bodyPr/>
          <a:lstStyle/>
          <a:p>
            <a:r>
              <a:rPr lang="en-US"/>
              <a:t>GCAM Buildings</a:t>
            </a:r>
          </a:p>
        </p:txBody>
      </p:sp>
      <p:sp>
        <p:nvSpPr>
          <p:cNvPr id="4" name="Content Placeholder 3">
            <a:extLst>
              <a:ext uri="{FF2B5EF4-FFF2-40B4-BE49-F238E27FC236}">
                <a16:creationId xmlns:a16="http://schemas.microsoft.com/office/drawing/2014/main" id="{0B4AFE0C-12D6-0A64-3783-A48558B5333E}"/>
              </a:ext>
            </a:extLst>
          </p:cNvPr>
          <p:cNvSpPr>
            <a:spLocks noGrp="1"/>
          </p:cNvSpPr>
          <p:nvPr>
            <p:ph sz="quarter" idx="20"/>
          </p:nvPr>
        </p:nvSpPr>
        <p:spPr>
          <a:xfrm>
            <a:off x="1371600" y="1661652"/>
            <a:ext cx="12801600" cy="6297015"/>
          </a:xfrm>
        </p:spPr>
        <p:txBody>
          <a:bodyPr/>
          <a:lstStyle/>
          <a:p>
            <a:r>
              <a:rPr lang="en-US"/>
              <a:t>GCAM disaggregates the building sector into residential and commercial sectors </a:t>
            </a:r>
          </a:p>
          <a:p>
            <a:pPr lvl="1"/>
            <a:r>
              <a:rPr lang="en-US"/>
              <a:t>Residential floorspace and energy are further disaggregated by income deciles</a:t>
            </a:r>
          </a:p>
          <a:p>
            <a:pPr lvl="1"/>
            <a:endParaRPr lang="en-US"/>
          </a:p>
          <a:p>
            <a:r>
              <a:rPr lang="en-US"/>
              <a:t>GCAM models three aggregate services (heating, cooling, and other) in residential and commercial buildings</a:t>
            </a:r>
          </a:p>
          <a:p>
            <a:pPr lvl="1"/>
            <a:r>
              <a:rPr lang="en-US"/>
              <a:t>Each service includes different mix of fuels supplying energy</a:t>
            </a:r>
          </a:p>
          <a:p>
            <a:endParaRPr lang="en-US"/>
          </a:p>
          <a:p>
            <a:r>
              <a:rPr lang="en-US"/>
              <a:t>Demand for floorspace and energy satiate as income increases</a:t>
            </a:r>
          </a:p>
          <a:p>
            <a:endParaRPr lang="en-US"/>
          </a:p>
          <a:p>
            <a:r>
              <a:rPr lang="en-US"/>
              <a:t>Satiation level of building energy service demand per unit floorspace is a function of HDD/CDD, building shell conductance, floor-to-surface ratio of buildings, and internal gain heat from other building services</a:t>
            </a:r>
          </a:p>
          <a:p>
            <a:endParaRPr lang="en-US"/>
          </a:p>
          <a:p>
            <a:endParaRPr lang="en-US"/>
          </a:p>
        </p:txBody>
      </p:sp>
    </p:spTree>
    <p:extLst>
      <p:ext uri="{BB962C8B-B14F-4D97-AF65-F5344CB8AC3E}">
        <p14:creationId xmlns:p14="http://schemas.microsoft.com/office/powerpoint/2010/main" val="375361386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DED18DF-5A18-8882-C70A-6D9AD56447C1}"/>
              </a:ext>
            </a:extLst>
          </p:cNvPr>
          <p:cNvPicPr>
            <a:picLocks noChangeAspect="1"/>
          </p:cNvPicPr>
          <p:nvPr/>
        </p:nvPicPr>
        <p:blipFill>
          <a:blip r:embed="rId3"/>
          <a:stretch>
            <a:fillRect/>
          </a:stretch>
        </p:blipFill>
        <p:spPr>
          <a:xfrm>
            <a:off x="6431726" y="827315"/>
            <a:ext cx="7889146" cy="3768154"/>
          </a:xfrm>
          <a:prstGeom prst="rect">
            <a:avLst/>
          </a:prstGeom>
        </p:spPr>
      </p:pic>
      <p:sp>
        <p:nvSpPr>
          <p:cNvPr id="11" name="Arrow: Curved Down 10">
            <a:extLst>
              <a:ext uri="{FF2B5EF4-FFF2-40B4-BE49-F238E27FC236}">
                <a16:creationId xmlns:a16="http://schemas.microsoft.com/office/drawing/2014/main" id="{D70F69E8-05AA-2468-3E4F-70C3BFB5CD23}"/>
              </a:ext>
            </a:extLst>
          </p:cNvPr>
          <p:cNvSpPr/>
          <p:nvPr/>
        </p:nvSpPr>
        <p:spPr>
          <a:xfrm rot="16200000">
            <a:off x="2893813" y="2449667"/>
            <a:ext cx="4885510" cy="2468111"/>
          </a:xfrm>
          <a:prstGeom prst="curvedDownArrow">
            <a:avLst/>
          </a:prstGeom>
          <a:solidFill>
            <a:srgbClr val="00B05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36"/>
            <a:endParaRPr lang="en-US" sz="2592">
              <a:solidFill>
                <a:srgbClr val="616265"/>
              </a:solidFill>
              <a:latin typeface="Arial"/>
            </a:endParaRPr>
          </a:p>
        </p:txBody>
      </p:sp>
      <p:sp>
        <p:nvSpPr>
          <p:cNvPr id="2" name="Slide Number Placeholder 1">
            <a:extLst>
              <a:ext uri="{FF2B5EF4-FFF2-40B4-BE49-F238E27FC236}">
                <a16:creationId xmlns:a16="http://schemas.microsoft.com/office/drawing/2014/main" id="{5DD0A2D6-F5E6-302A-876D-1B78F53B486D}"/>
              </a:ext>
            </a:extLst>
          </p:cNvPr>
          <p:cNvSpPr>
            <a:spLocks noGrp="1"/>
          </p:cNvSpPr>
          <p:nvPr>
            <p:ph type="sldNum" sz="quarter" idx="12"/>
          </p:nvPr>
        </p:nvSpPr>
        <p:spPr/>
        <p:txBody>
          <a:bodyPr/>
          <a:lstStyle/>
          <a:p>
            <a:pPr defTabSz="1097236"/>
            <a:fld id="{FE7A4BB3-E848-5A44-82DF-322201952CD8}" type="slidenum">
              <a:rPr lang="en-US"/>
              <a:pPr defTabSz="1097236"/>
              <a:t>23</a:t>
            </a:fld>
            <a:endParaRPr lang="en-US"/>
          </a:p>
        </p:txBody>
      </p:sp>
      <p:sp>
        <p:nvSpPr>
          <p:cNvPr id="3" name="Title 2">
            <a:extLst>
              <a:ext uri="{FF2B5EF4-FFF2-40B4-BE49-F238E27FC236}">
                <a16:creationId xmlns:a16="http://schemas.microsoft.com/office/drawing/2014/main" id="{647446BF-C4A3-40E4-0294-49E2E4EEC933}"/>
              </a:ext>
            </a:extLst>
          </p:cNvPr>
          <p:cNvSpPr>
            <a:spLocks noGrp="1"/>
          </p:cNvSpPr>
          <p:nvPr>
            <p:ph type="title"/>
          </p:nvPr>
        </p:nvSpPr>
        <p:spPr>
          <a:xfrm>
            <a:off x="3154558" y="139951"/>
            <a:ext cx="7889146" cy="556381"/>
          </a:xfrm>
        </p:spPr>
        <p:txBody>
          <a:bodyPr/>
          <a:lstStyle/>
          <a:p>
            <a:r>
              <a:rPr lang="en-US"/>
              <a:t>GCAM Integration of systems </a:t>
            </a:r>
          </a:p>
        </p:txBody>
      </p:sp>
      <p:sp>
        <p:nvSpPr>
          <p:cNvPr id="10" name="TextBox 9">
            <a:extLst>
              <a:ext uri="{FF2B5EF4-FFF2-40B4-BE49-F238E27FC236}">
                <a16:creationId xmlns:a16="http://schemas.microsoft.com/office/drawing/2014/main" id="{81B135AC-1A7E-C1AA-8AAE-91B822501F62}"/>
              </a:ext>
            </a:extLst>
          </p:cNvPr>
          <p:cNvSpPr txBox="1"/>
          <p:nvPr/>
        </p:nvSpPr>
        <p:spPr>
          <a:xfrm>
            <a:off x="9714098" y="4048253"/>
            <a:ext cx="1615648" cy="523220"/>
          </a:xfrm>
          <a:prstGeom prst="rect">
            <a:avLst/>
          </a:prstGeom>
          <a:noFill/>
        </p:spPr>
        <p:txBody>
          <a:bodyPr wrap="square" rtlCol="0">
            <a:spAutoFit/>
          </a:bodyPr>
          <a:lstStyle/>
          <a:p>
            <a:pPr algn="ctr" defTabSz="1097236"/>
            <a:r>
              <a:rPr lang="en-US" sz="2800">
                <a:solidFill>
                  <a:srgbClr val="D77600"/>
                </a:solidFill>
                <a:latin typeface="Arial"/>
              </a:rPr>
              <a:t>Energy</a:t>
            </a:r>
            <a:endParaRPr lang="en-US" sz="2592">
              <a:solidFill>
                <a:srgbClr val="D77600"/>
              </a:solidFill>
              <a:latin typeface="Arial"/>
            </a:endParaRPr>
          </a:p>
        </p:txBody>
      </p:sp>
      <p:sp>
        <p:nvSpPr>
          <p:cNvPr id="18" name="Arrow: Curved Down 17">
            <a:extLst>
              <a:ext uri="{FF2B5EF4-FFF2-40B4-BE49-F238E27FC236}">
                <a16:creationId xmlns:a16="http://schemas.microsoft.com/office/drawing/2014/main" id="{32BD049E-0104-B3D6-854E-7338149ED690}"/>
              </a:ext>
            </a:extLst>
          </p:cNvPr>
          <p:cNvSpPr/>
          <p:nvPr/>
        </p:nvSpPr>
        <p:spPr>
          <a:xfrm rot="20657024" flipV="1">
            <a:off x="6635739" y="3939793"/>
            <a:ext cx="8422432" cy="3341653"/>
          </a:xfrm>
          <a:prstGeom prst="curvedDownArrow">
            <a:avLst>
              <a:gd name="adj1" fmla="val 19239"/>
              <a:gd name="adj2" fmla="val 43015"/>
              <a:gd name="adj3" fmla="val 25000"/>
            </a:avLst>
          </a:prstGeom>
          <a:solidFill>
            <a:srgbClr val="00B05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97236"/>
            <a:endParaRPr lang="en-US" sz="2592">
              <a:solidFill>
                <a:srgbClr val="616265"/>
              </a:solidFill>
              <a:latin typeface="Arial"/>
            </a:endParaRPr>
          </a:p>
        </p:txBody>
      </p:sp>
      <p:pic>
        <p:nvPicPr>
          <p:cNvPr id="7" name="Picture 6">
            <a:extLst>
              <a:ext uri="{FF2B5EF4-FFF2-40B4-BE49-F238E27FC236}">
                <a16:creationId xmlns:a16="http://schemas.microsoft.com/office/drawing/2014/main" id="{FB0E1971-9455-CAAC-9C09-A50AEB514CB3}"/>
              </a:ext>
            </a:extLst>
          </p:cNvPr>
          <p:cNvPicPr>
            <a:picLocks noChangeAspect="1"/>
          </p:cNvPicPr>
          <p:nvPr/>
        </p:nvPicPr>
        <p:blipFill>
          <a:blip r:embed="rId4"/>
          <a:stretch>
            <a:fillRect/>
          </a:stretch>
        </p:blipFill>
        <p:spPr>
          <a:xfrm>
            <a:off x="1271034" y="4004247"/>
            <a:ext cx="5864860" cy="4005419"/>
          </a:xfrm>
          <a:prstGeom prst="rect">
            <a:avLst/>
          </a:prstGeom>
          <a:ln>
            <a:solidFill>
              <a:srgbClr val="00B050"/>
            </a:solidFill>
          </a:ln>
        </p:spPr>
      </p:pic>
      <p:sp>
        <p:nvSpPr>
          <p:cNvPr id="9" name="TextBox 8">
            <a:extLst>
              <a:ext uri="{FF2B5EF4-FFF2-40B4-BE49-F238E27FC236}">
                <a16:creationId xmlns:a16="http://schemas.microsoft.com/office/drawing/2014/main" id="{36AFE21B-DCD0-9DEA-C1B7-08F51B5DB233}"/>
              </a:ext>
            </a:extLst>
          </p:cNvPr>
          <p:cNvSpPr txBox="1"/>
          <p:nvPr/>
        </p:nvSpPr>
        <p:spPr>
          <a:xfrm>
            <a:off x="4203464" y="3902434"/>
            <a:ext cx="2800768" cy="890115"/>
          </a:xfrm>
          <a:prstGeom prst="rect">
            <a:avLst/>
          </a:prstGeom>
          <a:noFill/>
        </p:spPr>
        <p:txBody>
          <a:bodyPr wrap="square" rtlCol="0">
            <a:spAutoFit/>
          </a:bodyPr>
          <a:lstStyle/>
          <a:p>
            <a:pPr defTabSz="1097236"/>
            <a:r>
              <a:rPr lang="en-US" sz="2592">
                <a:solidFill>
                  <a:srgbClr val="00B050"/>
                </a:solidFill>
                <a:latin typeface="Arial"/>
              </a:rPr>
              <a:t>Agriculture-Land-Use</a:t>
            </a:r>
          </a:p>
        </p:txBody>
      </p:sp>
      <p:sp>
        <p:nvSpPr>
          <p:cNvPr id="20" name="TextBox 19">
            <a:extLst>
              <a:ext uri="{FF2B5EF4-FFF2-40B4-BE49-F238E27FC236}">
                <a16:creationId xmlns:a16="http://schemas.microsoft.com/office/drawing/2014/main" id="{B095A08C-B87E-68A2-6952-163315A3E4EF}"/>
              </a:ext>
            </a:extLst>
          </p:cNvPr>
          <p:cNvSpPr txBox="1"/>
          <p:nvPr/>
        </p:nvSpPr>
        <p:spPr>
          <a:xfrm>
            <a:off x="8099709" y="4726452"/>
            <a:ext cx="4752691" cy="2246769"/>
          </a:xfrm>
          <a:prstGeom prst="rect">
            <a:avLst/>
          </a:prstGeom>
          <a:noFill/>
        </p:spPr>
        <p:txBody>
          <a:bodyPr wrap="square" rtlCol="0">
            <a:spAutoFit/>
          </a:bodyPr>
          <a:lstStyle/>
          <a:p>
            <a:pPr marL="342887" indent="-342887" defTabSz="1097236">
              <a:buFont typeface="Arial" panose="020B0604020202020204" pitchFamily="34" charset="0"/>
              <a:buChar char="•"/>
            </a:pPr>
            <a:r>
              <a:rPr lang="en-US" sz="2000">
                <a:solidFill>
                  <a:srgbClr val="616265"/>
                </a:solidFill>
                <a:latin typeface="Arial"/>
              </a:rPr>
              <a:t>Energy and agriculture-land-use systems are coupled in code:</a:t>
            </a:r>
          </a:p>
          <a:p>
            <a:pPr marL="891504" lvl="1" indent="-342887" defTabSz="1097236">
              <a:buFont typeface="Arial" panose="020B0604020202020204" pitchFamily="34" charset="0"/>
              <a:buChar char="•"/>
            </a:pPr>
            <a:r>
              <a:rPr lang="en-US" sz="2000">
                <a:solidFill>
                  <a:srgbClr val="616265"/>
                </a:solidFill>
                <a:latin typeface="Arial"/>
              </a:rPr>
              <a:t>Bioenergy</a:t>
            </a:r>
          </a:p>
          <a:p>
            <a:pPr marL="891504" lvl="1" indent="-342887" defTabSz="1097236">
              <a:buFont typeface="Arial" panose="020B0604020202020204" pitchFamily="34" charset="0"/>
              <a:buChar char="•"/>
            </a:pPr>
            <a:r>
              <a:rPr lang="en-US" sz="2000">
                <a:solidFill>
                  <a:srgbClr val="616265"/>
                </a:solidFill>
                <a:latin typeface="Arial"/>
              </a:rPr>
              <a:t>Pulp &amp; Paper</a:t>
            </a:r>
          </a:p>
          <a:p>
            <a:pPr marL="891504" lvl="1" indent="-342887" defTabSz="1097236">
              <a:buFont typeface="Arial" panose="020B0604020202020204" pitchFamily="34" charset="0"/>
              <a:buChar char="•"/>
            </a:pPr>
            <a:r>
              <a:rPr lang="en-US" sz="2000">
                <a:solidFill>
                  <a:srgbClr val="616265"/>
                </a:solidFill>
                <a:latin typeface="Arial"/>
              </a:rPr>
              <a:t>Food Processing</a:t>
            </a:r>
          </a:p>
          <a:p>
            <a:pPr marL="891504" lvl="1" indent="-342887" defTabSz="1097236">
              <a:buFont typeface="Arial" panose="020B0604020202020204" pitchFamily="34" charset="0"/>
              <a:buChar char="•"/>
            </a:pPr>
            <a:r>
              <a:rPr lang="en-US" sz="2000">
                <a:solidFill>
                  <a:srgbClr val="616265"/>
                </a:solidFill>
                <a:latin typeface="Arial"/>
              </a:rPr>
              <a:t>Fertilizers</a:t>
            </a:r>
          </a:p>
          <a:p>
            <a:pPr defTabSz="1097236"/>
            <a:endParaRPr lang="en-US" sz="2000">
              <a:solidFill>
                <a:srgbClr val="616265"/>
              </a:solidFill>
              <a:latin typeface="Arial"/>
            </a:endParaRPr>
          </a:p>
        </p:txBody>
      </p:sp>
    </p:spTree>
    <p:extLst>
      <p:ext uri="{BB962C8B-B14F-4D97-AF65-F5344CB8AC3E}">
        <p14:creationId xmlns:p14="http://schemas.microsoft.com/office/powerpoint/2010/main" val="2738378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EDC016-FBC3-8B8B-7ACB-70ED55B3B255}"/>
              </a:ext>
            </a:extLst>
          </p:cNvPr>
          <p:cNvSpPr>
            <a:spLocks noGrp="1"/>
          </p:cNvSpPr>
          <p:nvPr>
            <p:ph type="sldNum" sz="quarter" idx="12"/>
          </p:nvPr>
        </p:nvSpPr>
        <p:spPr/>
        <p:txBody>
          <a:bodyPr/>
          <a:lstStyle/>
          <a:p>
            <a:fld id="{FE7A4BB3-E848-5A44-82DF-322201952CD8}" type="slidenum">
              <a:rPr lang="en-US" smtClean="0"/>
              <a:pPr/>
              <a:t>24</a:t>
            </a:fld>
            <a:endParaRPr lang="en-US"/>
          </a:p>
        </p:txBody>
      </p:sp>
      <p:sp>
        <p:nvSpPr>
          <p:cNvPr id="3" name="Title 2">
            <a:extLst>
              <a:ext uri="{FF2B5EF4-FFF2-40B4-BE49-F238E27FC236}">
                <a16:creationId xmlns:a16="http://schemas.microsoft.com/office/drawing/2014/main" id="{A868DE75-C5B3-3C23-96DD-C591345CC8CE}"/>
              </a:ext>
            </a:extLst>
          </p:cNvPr>
          <p:cNvSpPr>
            <a:spLocks noGrp="1"/>
          </p:cNvSpPr>
          <p:nvPr>
            <p:ph type="title"/>
          </p:nvPr>
        </p:nvSpPr>
        <p:spPr/>
        <p:txBody>
          <a:bodyPr lIns="0" tIns="45720" rIns="91440" bIns="45720" anchor="b"/>
          <a:lstStyle/>
          <a:p>
            <a:r>
              <a:rPr lang="en-US">
                <a:latin typeface="Arial"/>
                <a:cs typeface="Arial"/>
              </a:rPr>
              <a:t>GCAM results from Reference: </a:t>
            </a:r>
            <a:br>
              <a:rPr lang="en-US">
                <a:latin typeface="Arial"/>
                <a:cs typeface="Arial"/>
              </a:rPr>
            </a:br>
            <a:r>
              <a:rPr lang="en-US">
                <a:latin typeface="Arial"/>
                <a:cs typeface="Arial"/>
              </a:rPr>
              <a:t>Electricity Generation</a:t>
            </a:r>
          </a:p>
        </p:txBody>
      </p:sp>
      <p:pic>
        <p:nvPicPr>
          <p:cNvPr id="4" name="Picture 3">
            <a:extLst>
              <a:ext uri="{FF2B5EF4-FFF2-40B4-BE49-F238E27FC236}">
                <a16:creationId xmlns:a16="http://schemas.microsoft.com/office/drawing/2014/main" id="{8A8699CE-2BD8-F8BF-64C4-481F37AD148B}"/>
              </a:ext>
            </a:extLst>
          </p:cNvPr>
          <p:cNvPicPr>
            <a:picLocks noChangeAspect="1"/>
          </p:cNvPicPr>
          <p:nvPr/>
        </p:nvPicPr>
        <p:blipFill>
          <a:blip r:embed="rId2"/>
          <a:srcRect r="55808"/>
          <a:stretch>
            <a:fillRect/>
          </a:stretch>
        </p:blipFill>
        <p:spPr>
          <a:xfrm>
            <a:off x="3471125" y="1822848"/>
            <a:ext cx="5662557" cy="6406752"/>
          </a:xfrm>
          <a:prstGeom prst="rect">
            <a:avLst/>
          </a:prstGeom>
        </p:spPr>
      </p:pic>
      <p:pic>
        <p:nvPicPr>
          <p:cNvPr id="5" name="Picture 4">
            <a:extLst>
              <a:ext uri="{FF2B5EF4-FFF2-40B4-BE49-F238E27FC236}">
                <a16:creationId xmlns:a16="http://schemas.microsoft.com/office/drawing/2014/main" id="{AD6CF29F-E1D6-FF9B-17F9-026080528D49}"/>
              </a:ext>
            </a:extLst>
          </p:cNvPr>
          <p:cNvPicPr>
            <a:picLocks noChangeAspect="1"/>
          </p:cNvPicPr>
          <p:nvPr/>
        </p:nvPicPr>
        <p:blipFill>
          <a:blip r:embed="rId2"/>
          <a:srcRect l="82803" t="728" r="344" b="-130"/>
          <a:stretch>
            <a:fillRect/>
          </a:stretch>
        </p:blipFill>
        <p:spPr>
          <a:xfrm>
            <a:off x="9132092" y="1844527"/>
            <a:ext cx="2159486" cy="6368414"/>
          </a:xfrm>
          <a:prstGeom prst="rect">
            <a:avLst/>
          </a:prstGeom>
        </p:spPr>
      </p:pic>
    </p:spTree>
    <p:extLst>
      <p:ext uri="{BB962C8B-B14F-4D97-AF65-F5344CB8AC3E}">
        <p14:creationId xmlns:p14="http://schemas.microsoft.com/office/powerpoint/2010/main" val="211871174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EDC016-FBC3-8B8B-7ACB-70ED55B3B255}"/>
              </a:ext>
            </a:extLst>
          </p:cNvPr>
          <p:cNvSpPr>
            <a:spLocks noGrp="1"/>
          </p:cNvSpPr>
          <p:nvPr>
            <p:ph type="sldNum" sz="quarter" idx="12"/>
          </p:nvPr>
        </p:nvSpPr>
        <p:spPr/>
        <p:txBody>
          <a:bodyPr/>
          <a:lstStyle/>
          <a:p>
            <a:fld id="{FE7A4BB3-E848-5A44-82DF-322201952CD8}" type="slidenum">
              <a:rPr lang="en-US" smtClean="0"/>
              <a:pPr/>
              <a:t>25</a:t>
            </a:fld>
            <a:endParaRPr lang="en-US"/>
          </a:p>
        </p:txBody>
      </p:sp>
      <p:sp>
        <p:nvSpPr>
          <p:cNvPr id="3" name="Title 2">
            <a:extLst>
              <a:ext uri="{FF2B5EF4-FFF2-40B4-BE49-F238E27FC236}">
                <a16:creationId xmlns:a16="http://schemas.microsoft.com/office/drawing/2014/main" id="{A868DE75-C5B3-3C23-96DD-C591345CC8CE}"/>
              </a:ext>
            </a:extLst>
          </p:cNvPr>
          <p:cNvSpPr>
            <a:spLocks noGrp="1"/>
          </p:cNvSpPr>
          <p:nvPr>
            <p:ph type="title"/>
          </p:nvPr>
        </p:nvSpPr>
        <p:spPr/>
        <p:txBody>
          <a:bodyPr lIns="0" tIns="45720" rIns="91440" bIns="45720" anchor="b"/>
          <a:lstStyle/>
          <a:p>
            <a:r>
              <a:rPr lang="en-US">
                <a:latin typeface="Arial"/>
                <a:cs typeface="Arial"/>
              </a:rPr>
              <a:t>GCAM results from Reference: </a:t>
            </a:r>
            <a:br>
              <a:rPr lang="en-US">
                <a:latin typeface="Arial"/>
                <a:cs typeface="Arial"/>
              </a:rPr>
            </a:br>
            <a:r>
              <a:rPr lang="en-US">
                <a:latin typeface="Arial"/>
                <a:cs typeface="Arial"/>
              </a:rPr>
              <a:t>Transportation final energy</a:t>
            </a:r>
          </a:p>
        </p:txBody>
      </p:sp>
      <p:pic>
        <p:nvPicPr>
          <p:cNvPr id="16" name="Picture 15">
            <a:extLst>
              <a:ext uri="{FF2B5EF4-FFF2-40B4-BE49-F238E27FC236}">
                <a16:creationId xmlns:a16="http://schemas.microsoft.com/office/drawing/2014/main" id="{D68CF9C0-D6B9-39F9-2309-FAB86A84609F}"/>
              </a:ext>
            </a:extLst>
          </p:cNvPr>
          <p:cNvPicPr>
            <a:picLocks noChangeAspect="1"/>
          </p:cNvPicPr>
          <p:nvPr/>
        </p:nvPicPr>
        <p:blipFill>
          <a:blip r:embed="rId2"/>
          <a:srcRect r="53620"/>
          <a:stretch>
            <a:fillRect/>
          </a:stretch>
        </p:blipFill>
        <p:spPr>
          <a:xfrm>
            <a:off x="3196805" y="2059855"/>
            <a:ext cx="5942917" cy="5694891"/>
          </a:xfrm>
          <a:prstGeom prst="rect">
            <a:avLst/>
          </a:prstGeom>
        </p:spPr>
      </p:pic>
      <p:pic>
        <p:nvPicPr>
          <p:cNvPr id="4" name="Picture 3">
            <a:extLst>
              <a:ext uri="{FF2B5EF4-FFF2-40B4-BE49-F238E27FC236}">
                <a16:creationId xmlns:a16="http://schemas.microsoft.com/office/drawing/2014/main" id="{81852670-352E-7628-AAB5-967658CB3FF8}"/>
              </a:ext>
            </a:extLst>
          </p:cNvPr>
          <p:cNvPicPr>
            <a:picLocks noChangeAspect="1"/>
          </p:cNvPicPr>
          <p:nvPr/>
        </p:nvPicPr>
        <p:blipFill>
          <a:blip r:embed="rId2"/>
          <a:srcRect l="87476" t="-168" r="344"/>
          <a:stretch>
            <a:fillRect/>
          </a:stretch>
        </p:blipFill>
        <p:spPr>
          <a:xfrm>
            <a:off x="9173656" y="2050314"/>
            <a:ext cx="1560801" cy="5704435"/>
          </a:xfrm>
          <a:prstGeom prst="rect">
            <a:avLst/>
          </a:prstGeom>
        </p:spPr>
      </p:pic>
    </p:spTree>
    <p:extLst>
      <p:ext uri="{BB962C8B-B14F-4D97-AF65-F5344CB8AC3E}">
        <p14:creationId xmlns:p14="http://schemas.microsoft.com/office/powerpoint/2010/main" val="277129608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GCAM Agriculture and Land Use Modeling</a:t>
            </a:r>
          </a:p>
        </p:txBody>
      </p:sp>
    </p:spTree>
    <p:extLst>
      <p:ext uri="{BB962C8B-B14F-4D97-AF65-F5344CB8AC3E}">
        <p14:creationId xmlns:p14="http://schemas.microsoft.com/office/powerpoint/2010/main" val="277762764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61E7DF-2D5A-4EF0-9E9E-047227DE4DB5}"/>
              </a:ext>
            </a:extLst>
          </p:cNvPr>
          <p:cNvSpPr>
            <a:spLocks noGrp="1"/>
          </p:cNvSpPr>
          <p:nvPr>
            <p:ph type="sldNum" sz="quarter" idx="4294967295"/>
          </p:nvPr>
        </p:nvSpPr>
        <p:spPr>
          <a:xfrm>
            <a:off x="13994296" y="7772400"/>
            <a:ext cx="453223" cy="457200"/>
          </a:xfrm>
          <a:prstGeom prst="rect">
            <a:avLst/>
          </a:prstGeom>
        </p:spPr>
        <p:txBody>
          <a:bodyPr lIns="0" tIns="0" rIns="0" bIns="0" anchor="ctr" anchorCtr="0"/>
          <a:lstStyle/>
          <a:p>
            <a:pPr algn="r"/>
            <a:fld id="{FE7A4BB3-E848-5A44-82DF-322201952CD8}" type="slidenum">
              <a:rPr lang="en-US" sz="1200">
                <a:solidFill>
                  <a:srgbClr val="B3B3B3"/>
                </a:solidFill>
                <a:latin typeface="Arial" panose="020B0604020202020204" pitchFamily="34" charset="0"/>
                <a:cs typeface="Arial" panose="020B0604020202020204" pitchFamily="34" charset="0"/>
              </a:rPr>
              <a:pPr algn="r"/>
              <a:t>27</a:t>
            </a:fld>
            <a:endParaRPr lang="en-US" sz="1200">
              <a:solidFill>
                <a:srgbClr val="B3B3B3"/>
              </a:solidFill>
              <a:latin typeface="Arial" panose="020B0604020202020204" pitchFamily="34" charset="0"/>
              <a:cs typeface="Arial" panose="020B0604020202020204" pitchFamily="34" charset="0"/>
            </a:endParaRPr>
          </a:p>
        </p:txBody>
      </p:sp>
      <p:sp>
        <p:nvSpPr>
          <p:cNvPr id="3" name="Title 2">
            <a:extLst>
              <a:ext uri="{FF2B5EF4-FFF2-40B4-BE49-F238E27FC236}">
                <a16:creationId xmlns:a16="http://schemas.microsoft.com/office/drawing/2014/main" id="{6D50AF6E-CF6A-429E-A4B2-32D2D767B73B}"/>
              </a:ext>
            </a:extLst>
          </p:cNvPr>
          <p:cNvSpPr>
            <a:spLocks noGrp="1"/>
          </p:cNvSpPr>
          <p:nvPr>
            <p:ph type="title"/>
          </p:nvPr>
        </p:nvSpPr>
        <p:spPr/>
        <p:txBody>
          <a:bodyPr/>
          <a:lstStyle/>
          <a:p>
            <a:r>
              <a:rPr lang="en-US"/>
              <a:t>GCAM Land Use Regions</a:t>
            </a:r>
          </a:p>
        </p:txBody>
      </p:sp>
      <p:sp>
        <p:nvSpPr>
          <p:cNvPr id="8" name="TextBox 7">
            <a:extLst>
              <a:ext uri="{FF2B5EF4-FFF2-40B4-BE49-F238E27FC236}">
                <a16:creationId xmlns:a16="http://schemas.microsoft.com/office/drawing/2014/main" id="{FCA3BF27-1BD6-6C48-807C-EDACED96C9B7}"/>
              </a:ext>
            </a:extLst>
          </p:cNvPr>
          <p:cNvSpPr txBox="1"/>
          <p:nvPr/>
        </p:nvSpPr>
        <p:spPr>
          <a:xfrm>
            <a:off x="1328928" y="6711269"/>
            <a:ext cx="12168587" cy="1446550"/>
          </a:xfrm>
          <a:prstGeom prst="rect">
            <a:avLst/>
          </a:prstGeom>
          <a:noFill/>
        </p:spPr>
        <p:txBody>
          <a:bodyPr wrap="square" lIns="91440" tIns="45720" rIns="91440" bIns="45720" rtlCol="0" anchor="t">
            <a:spAutoFit/>
          </a:bodyPr>
          <a:lstStyle/>
          <a:p>
            <a:pPr marL="342900" indent="-342900">
              <a:buFont typeface="Arial" panose="020B0604020202020204" pitchFamily="34" charset="0"/>
              <a:buChar char="•"/>
            </a:pPr>
            <a:r>
              <a:rPr lang="en-US" sz="2200"/>
              <a:t>GCAM has 384 land use regions (</a:t>
            </a:r>
            <a:r>
              <a:rPr lang="en-US" sz="2200" b="1"/>
              <a:t>396 with Ukraine breakout</a:t>
            </a:r>
            <a:r>
              <a:rPr lang="en-US" sz="2200"/>
              <a:t>), formed by the intersection of 32 geopolitical regions and 235 water basins.</a:t>
            </a:r>
          </a:p>
          <a:p>
            <a:pPr marL="342900" indent="-342900">
              <a:buFont typeface="Arial" panose="020B0604020202020204" pitchFamily="34" charset="0"/>
              <a:buChar char="•"/>
            </a:pPr>
            <a:r>
              <a:rPr lang="en-US" sz="2200"/>
              <a:t>A good balance among computational feasibility, data availability, and decision-making needs.</a:t>
            </a:r>
            <a:endParaRPr lang="en-US" sz="2200">
              <a:cs typeface="Arial"/>
            </a:endParaRPr>
          </a:p>
          <a:p>
            <a:pPr marL="891540" lvl="1" indent="-342900">
              <a:buFont typeface="Arial" panose="020B0604020202020204" pitchFamily="34" charset="0"/>
              <a:buChar char="•"/>
            </a:pPr>
            <a:r>
              <a:rPr lang="en-US" sz="2200" b="1"/>
              <a:t>Demeter</a:t>
            </a:r>
            <a:r>
              <a:rPr lang="en-US" sz="2200"/>
              <a:t>: downscale land use projections to grids (e.g., 0.05-degree)</a:t>
            </a:r>
            <a:endParaRPr lang="en-US" sz="2200">
              <a:cs typeface="Arial"/>
            </a:endParaRPr>
          </a:p>
        </p:txBody>
      </p:sp>
      <p:pic>
        <p:nvPicPr>
          <p:cNvPr id="6" name="Picture 5">
            <a:extLst>
              <a:ext uri="{FF2B5EF4-FFF2-40B4-BE49-F238E27FC236}">
                <a16:creationId xmlns:a16="http://schemas.microsoft.com/office/drawing/2014/main" id="{9103292C-4F62-654B-B766-AB0AA78D4691}"/>
              </a:ext>
            </a:extLst>
          </p:cNvPr>
          <p:cNvPicPr>
            <a:picLocks noChangeAspect="1"/>
          </p:cNvPicPr>
          <p:nvPr/>
        </p:nvPicPr>
        <p:blipFill rotWithShape="1">
          <a:blip r:embed="rId2"/>
          <a:srcRect l="4025" t="8406" r="4025" b="22864"/>
          <a:stretch/>
        </p:blipFill>
        <p:spPr>
          <a:xfrm>
            <a:off x="2107646" y="1734263"/>
            <a:ext cx="10611149" cy="4761074"/>
          </a:xfrm>
          <a:prstGeom prst="rect">
            <a:avLst/>
          </a:prstGeom>
          <a:ln>
            <a:solidFill>
              <a:schemeClr val="tx1"/>
            </a:solidFill>
          </a:ln>
          <a:effectLst>
            <a:outerShdw blurRad="292100" dist="139700" dir="2700000" algn="ctr" rotWithShape="0">
              <a:srgbClr val="000000">
                <a:alpha val="65000"/>
              </a:srgbClr>
            </a:outerShdw>
          </a:effectLst>
        </p:spPr>
      </p:pic>
    </p:spTree>
    <p:extLst>
      <p:ext uri="{BB962C8B-B14F-4D97-AF65-F5344CB8AC3E}">
        <p14:creationId xmlns:p14="http://schemas.microsoft.com/office/powerpoint/2010/main" val="46479986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66C155A-CDAF-510F-01F1-6B7504A2B3E3}"/>
              </a:ext>
            </a:extLst>
          </p:cNvPr>
          <p:cNvPicPr>
            <a:picLocks noChangeAspect="1"/>
          </p:cNvPicPr>
          <p:nvPr/>
        </p:nvPicPr>
        <p:blipFill>
          <a:blip r:embed="rId2"/>
          <a:stretch>
            <a:fillRect/>
          </a:stretch>
        </p:blipFill>
        <p:spPr>
          <a:xfrm>
            <a:off x="912970" y="2205698"/>
            <a:ext cx="7341344" cy="4804701"/>
          </a:xfrm>
          <a:prstGeom prst="rect">
            <a:avLst/>
          </a:prstGeom>
        </p:spPr>
      </p:pic>
      <p:sp>
        <p:nvSpPr>
          <p:cNvPr id="2" name="Slide Number Placeholder 1">
            <a:extLst>
              <a:ext uri="{FF2B5EF4-FFF2-40B4-BE49-F238E27FC236}">
                <a16:creationId xmlns:a16="http://schemas.microsoft.com/office/drawing/2014/main" id="{5D596CDF-1367-5B43-B640-6F1A2861A1E9}"/>
              </a:ext>
            </a:extLst>
          </p:cNvPr>
          <p:cNvSpPr>
            <a:spLocks noGrp="1"/>
          </p:cNvSpPr>
          <p:nvPr>
            <p:ph type="sldNum" sz="quarter" idx="4294967295"/>
          </p:nvPr>
        </p:nvSpPr>
        <p:spPr>
          <a:xfrm>
            <a:off x="13994296" y="7772400"/>
            <a:ext cx="453223" cy="457200"/>
          </a:xfrm>
          <a:prstGeom prst="rect">
            <a:avLst/>
          </a:prstGeom>
        </p:spPr>
        <p:txBody>
          <a:bodyPr lIns="0" tIns="0" rIns="0" bIns="0" anchor="ctr" anchorCtr="0"/>
          <a:lstStyle/>
          <a:p>
            <a:pPr algn="r"/>
            <a:fld id="{FE7A4BB3-E848-5A44-82DF-322201952CD8}" type="slidenum">
              <a:rPr lang="en-US" sz="1200">
                <a:solidFill>
                  <a:srgbClr val="B3B3B3"/>
                </a:solidFill>
                <a:latin typeface="Arial" panose="020B0604020202020204" pitchFamily="34" charset="0"/>
                <a:cs typeface="Arial" panose="020B0604020202020204" pitchFamily="34" charset="0"/>
              </a:rPr>
              <a:pPr algn="r"/>
              <a:t>28</a:t>
            </a:fld>
            <a:endParaRPr lang="en-US" sz="1200">
              <a:solidFill>
                <a:srgbClr val="B3B3B3"/>
              </a:solidFill>
              <a:latin typeface="Arial" panose="020B0604020202020204" pitchFamily="34" charset="0"/>
              <a:cs typeface="Arial" panose="020B0604020202020204" pitchFamily="34" charset="0"/>
            </a:endParaRPr>
          </a:p>
        </p:txBody>
      </p:sp>
      <p:sp>
        <p:nvSpPr>
          <p:cNvPr id="3" name="Title 2">
            <a:extLst>
              <a:ext uri="{FF2B5EF4-FFF2-40B4-BE49-F238E27FC236}">
                <a16:creationId xmlns:a16="http://schemas.microsoft.com/office/drawing/2014/main" id="{BB29C9DA-A94E-A14A-BB03-31EEB26F45A0}"/>
              </a:ext>
            </a:extLst>
          </p:cNvPr>
          <p:cNvSpPr>
            <a:spLocks noGrp="1"/>
          </p:cNvSpPr>
          <p:nvPr>
            <p:ph type="title"/>
          </p:nvPr>
        </p:nvSpPr>
        <p:spPr/>
        <p:txBody>
          <a:bodyPr/>
          <a:lstStyle/>
          <a:p>
            <a:r>
              <a:rPr lang="en-US"/>
              <a:t>GCAM Land Use Categories (within each land use region)</a:t>
            </a:r>
          </a:p>
        </p:txBody>
      </p:sp>
      <p:sp>
        <p:nvSpPr>
          <p:cNvPr id="4" name="Content Placeholder 3">
            <a:extLst>
              <a:ext uri="{FF2B5EF4-FFF2-40B4-BE49-F238E27FC236}">
                <a16:creationId xmlns:a16="http://schemas.microsoft.com/office/drawing/2014/main" id="{3614A67D-5B55-624F-BC79-738489559594}"/>
              </a:ext>
            </a:extLst>
          </p:cNvPr>
          <p:cNvSpPr>
            <a:spLocks noGrp="1"/>
          </p:cNvSpPr>
          <p:nvPr>
            <p:ph sz="quarter" idx="20"/>
          </p:nvPr>
        </p:nvSpPr>
        <p:spPr>
          <a:xfrm>
            <a:off x="8254313" y="2057399"/>
            <a:ext cx="6193205" cy="5486401"/>
          </a:xfrm>
        </p:spPr>
        <p:txBody>
          <a:bodyPr lIns="91440" tIns="45720" rIns="91440" bIns="45720" anchor="t"/>
          <a:lstStyle/>
          <a:p>
            <a:r>
              <a:rPr lang="en-US" sz="2600">
                <a:latin typeface="Arial"/>
                <a:cs typeface="Arial"/>
              </a:rPr>
              <a:t>All land cover and use, including all commercial land uses as well as non-commercial natural lands, are represented in GCAM.</a:t>
            </a:r>
          </a:p>
          <a:p>
            <a:pPr lvl="1"/>
            <a:r>
              <a:rPr lang="en-US">
                <a:latin typeface="Arial"/>
                <a:cs typeface="Arial"/>
              </a:rPr>
              <a:t>~80 land types if including agricultural technologies</a:t>
            </a:r>
            <a:endParaRPr lang="en-US"/>
          </a:p>
          <a:p>
            <a:pPr lvl="1"/>
            <a:r>
              <a:rPr lang="en-US">
                <a:latin typeface="Arial"/>
                <a:cs typeface="Arial"/>
              </a:rPr>
              <a:t>Calibrated to data in historical base years (</a:t>
            </a:r>
            <a:r>
              <a:rPr lang="en-US" i="1">
                <a:latin typeface="Arial"/>
                <a:cs typeface="Arial"/>
              </a:rPr>
              <a:t>moirai</a:t>
            </a:r>
            <a:r>
              <a:rPr lang="en-US">
                <a:latin typeface="Arial"/>
                <a:cs typeface="Arial"/>
              </a:rPr>
              <a:t> &amp; </a:t>
            </a:r>
            <a:r>
              <a:rPr lang="en-US" i="1" err="1">
                <a:latin typeface="Arial"/>
                <a:cs typeface="Arial"/>
              </a:rPr>
              <a:t>gcamfaostat</a:t>
            </a:r>
            <a:r>
              <a:rPr lang="en-US">
                <a:latin typeface="Arial"/>
                <a:cs typeface="Arial"/>
              </a:rPr>
              <a:t>).</a:t>
            </a:r>
          </a:p>
          <a:p>
            <a:r>
              <a:rPr lang="en-US" sz="2600">
                <a:latin typeface="Arial"/>
                <a:cs typeface="Arial"/>
              </a:rPr>
              <a:t>Economic responses </a:t>
            </a:r>
          </a:p>
          <a:p>
            <a:pPr lvl="1"/>
            <a:r>
              <a:rPr lang="en-US">
                <a:latin typeface="Arial"/>
                <a:cs typeface="Arial"/>
              </a:rPr>
              <a:t>Nested logit structure</a:t>
            </a:r>
          </a:p>
          <a:p>
            <a:pPr lvl="1"/>
            <a:r>
              <a:rPr lang="en-US">
                <a:latin typeface="Arial"/>
                <a:cs typeface="Arial"/>
              </a:rPr>
              <a:t>Explain how land is used differently</a:t>
            </a:r>
          </a:p>
          <a:p>
            <a:pPr lvl="1"/>
            <a:r>
              <a:rPr lang="en-US">
                <a:latin typeface="Arial"/>
                <a:cs typeface="Arial"/>
              </a:rPr>
              <a:t>Future land competition</a:t>
            </a:r>
            <a:endParaRPr lang="en-US"/>
          </a:p>
          <a:p>
            <a:r>
              <a:rPr lang="en-US" sz="2600">
                <a:latin typeface="Arial"/>
                <a:cs typeface="Arial"/>
              </a:rPr>
              <a:t>New land types</a:t>
            </a:r>
          </a:p>
          <a:p>
            <a:pPr lvl="1"/>
            <a:r>
              <a:rPr lang="en-US" sz="2200">
                <a:latin typeface="Arial"/>
                <a:cs typeface="Arial"/>
              </a:rPr>
              <a:t>Purpose-grown energy crops</a:t>
            </a:r>
          </a:p>
        </p:txBody>
      </p:sp>
      <p:sp>
        <p:nvSpPr>
          <p:cNvPr id="9" name="TextBox 8">
            <a:extLst>
              <a:ext uri="{FF2B5EF4-FFF2-40B4-BE49-F238E27FC236}">
                <a16:creationId xmlns:a16="http://schemas.microsoft.com/office/drawing/2014/main" id="{24257EA7-B416-069B-3AC6-F445AF51A3E2}"/>
              </a:ext>
            </a:extLst>
          </p:cNvPr>
          <p:cNvSpPr txBox="1"/>
          <p:nvPr/>
        </p:nvSpPr>
        <p:spPr>
          <a:xfrm>
            <a:off x="1147661" y="7772400"/>
            <a:ext cx="2935706" cy="369332"/>
          </a:xfrm>
          <a:prstGeom prst="rect">
            <a:avLst/>
          </a:prstGeom>
          <a:noFill/>
        </p:spPr>
        <p:txBody>
          <a:bodyPr wrap="square">
            <a:spAutoFit/>
          </a:bodyPr>
          <a:lstStyle/>
          <a:p>
            <a:r>
              <a:rPr lang="en-US" sz="1800"/>
              <a:t>Wise et al. (2014)</a:t>
            </a:r>
          </a:p>
        </p:txBody>
      </p:sp>
    </p:spTree>
    <p:extLst>
      <p:ext uri="{BB962C8B-B14F-4D97-AF65-F5344CB8AC3E}">
        <p14:creationId xmlns:p14="http://schemas.microsoft.com/office/powerpoint/2010/main" val="340737509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04EA64-D2F6-49ED-9DEB-C613FA310F6E}"/>
              </a:ext>
            </a:extLst>
          </p:cNvPr>
          <p:cNvSpPr>
            <a:spLocks noGrp="1"/>
          </p:cNvSpPr>
          <p:nvPr>
            <p:ph type="sldNum" sz="quarter" idx="12"/>
          </p:nvPr>
        </p:nvSpPr>
        <p:spPr/>
        <p:txBody>
          <a:bodyPr/>
          <a:lstStyle/>
          <a:p>
            <a:fld id="{FE7A4BB3-E848-5A44-82DF-322201952CD8}" type="slidenum">
              <a:rPr lang="en-US" smtClean="0"/>
              <a:pPr/>
              <a:t>29</a:t>
            </a:fld>
            <a:endParaRPr lang="en-US"/>
          </a:p>
        </p:txBody>
      </p:sp>
      <p:sp>
        <p:nvSpPr>
          <p:cNvPr id="3" name="Title 2">
            <a:extLst>
              <a:ext uri="{FF2B5EF4-FFF2-40B4-BE49-F238E27FC236}">
                <a16:creationId xmlns:a16="http://schemas.microsoft.com/office/drawing/2014/main" id="{48394BF5-9718-48B1-9565-ECB68993A1FE}"/>
              </a:ext>
            </a:extLst>
          </p:cNvPr>
          <p:cNvSpPr>
            <a:spLocks noGrp="1"/>
          </p:cNvSpPr>
          <p:nvPr>
            <p:ph type="title"/>
          </p:nvPr>
        </p:nvSpPr>
        <p:spPr>
          <a:xfrm>
            <a:off x="3200400" y="416689"/>
            <a:ext cx="10972800" cy="961685"/>
          </a:xfrm>
        </p:spPr>
        <p:txBody>
          <a:bodyPr/>
          <a:lstStyle/>
          <a:p>
            <a:pPr marL="0" marR="0">
              <a:lnSpc>
                <a:spcPct val="107000"/>
              </a:lnSpc>
              <a:spcBef>
                <a:spcPts val="0"/>
              </a:spcBef>
              <a:spcAft>
                <a:spcPts val="800"/>
              </a:spcAft>
            </a:pPr>
            <a:r>
              <a:rPr lang="en-US" b="1">
                <a:effectLst/>
                <a:latin typeface="Arial" panose="020B0604020202020204" pitchFamily="34" charset="0"/>
                <a:ea typeface="Calibri" panose="020F0502020204030204" pitchFamily="34" charset="0"/>
                <a:cs typeface="Times New Roman" panose="02020603050405020304" pitchFamily="18" charset="0"/>
              </a:rPr>
              <a:t>World harvested area</a:t>
            </a:r>
            <a:endParaRPr lang="en-US">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3BD56597-03E8-432F-B064-A18BDCF05456}"/>
              </a:ext>
            </a:extLst>
          </p:cNvPr>
          <p:cNvSpPr/>
          <p:nvPr/>
        </p:nvSpPr>
        <p:spPr>
          <a:xfrm>
            <a:off x="1449370" y="1910527"/>
            <a:ext cx="12104016" cy="5669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Chart, treemap chart&#10;&#10;Description automatically generated">
            <a:extLst>
              <a:ext uri="{FF2B5EF4-FFF2-40B4-BE49-F238E27FC236}">
                <a16:creationId xmlns:a16="http://schemas.microsoft.com/office/drawing/2014/main" id="{91D7F92B-556A-4D84-AD7E-49E709FB8930}"/>
              </a:ext>
            </a:extLst>
          </p:cNvPr>
          <p:cNvPicPr>
            <a:picLocks noChangeAspect="1"/>
          </p:cNvPicPr>
          <p:nvPr/>
        </p:nvPicPr>
        <p:blipFill>
          <a:blip r:embed="rId2"/>
          <a:stretch>
            <a:fillRect/>
          </a:stretch>
        </p:blipFill>
        <p:spPr>
          <a:xfrm>
            <a:off x="1213269" y="1649307"/>
            <a:ext cx="8763002" cy="6309360"/>
          </a:xfrm>
          <a:prstGeom prst="rect">
            <a:avLst/>
          </a:prstGeom>
        </p:spPr>
      </p:pic>
      <p:pic>
        <p:nvPicPr>
          <p:cNvPr id="11" name="Picture 10" descr="Chart&#10;&#10;Description automatically generated">
            <a:extLst>
              <a:ext uri="{FF2B5EF4-FFF2-40B4-BE49-F238E27FC236}">
                <a16:creationId xmlns:a16="http://schemas.microsoft.com/office/drawing/2014/main" id="{D5B32BE2-ED16-439C-A6EF-D8622EDE4D27}"/>
              </a:ext>
            </a:extLst>
          </p:cNvPr>
          <p:cNvPicPr>
            <a:picLocks noChangeAspect="1"/>
          </p:cNvPicPr>
          <p:nvPr/>
        </p:nvPicPr>
        <p:blipFill>
          <a:blip r:embed="rId3"/>
          <a:stretch>
            <a:fillRect/>
          </a:stretch>
        </p:blipFill>
        <p:spPr>
          <a:xfrm>
            <a:off x="9953706" y="2665717"/>
            <a:ext cx="4267201" cy="5120640"/>
          </a:xfrm>
          <a:prstGeom prst="rect">
            <a:avLst/>
          </a:prstGeom>
        </p:spPr>
      </p:pic>
      <p:sp>
        <p:nvSpPr>
          <p:cNvPr id="4" name="TextBox 3">
            <a:extLst>
              <a:ext uri="{FF2B5EF4-FFF2-40B4-BE49-F238E27FC236}">
                <a16:creationId xmlns:a16="http://schemas.microsoft.com/office/drawing/2014/main" id="{34769290-9B80-B849-958A-58151CD1CDA0}"/>
              </a:ext>
            </a:extLst>
          </p:cNvPr>
          <p:cNvSpPr txBox="1"/>
          <p:nvPr/>
        </p:nvSpPr>
        <p:spPr>
          <a:xfrm>
            <a:off x="11767930" y="7921823"/>
            <a:ext cx="2723321" cy="307777"/>
          </a:xfrm>
          <a:prstGeom prst="rect">
            <a:avLst/>
          </a:prstGeom>
          <a:noFill/>
        </p:spPr>
        <p:txBody>
          <a:bodyPr wrap="square" rtlCol="0">
            <a:spAutoFit/>
          </a:bodyPr>
          <a:lstStyle/>
          <a:p>
            <a:r>
              <a:rPr lang="en-US" sz="1400" i="1">
                <a:hlinkClick r:id="rId4"/>
              </a:rPr>
              <a:t>gcamfaostat</a:t>
            </a:r>
            <a:r>
              <a:rPr lang="en-US" sz="1400" i="1"/>
              <a:t>; FAOSTAT </a:t>
            </a:r>
          </a:p>
        </p:txBody>
      </p:sp>
    </p:spTree>
    <p:extLst>
      <p:ext uri="{BB962C8B-B14F-4D97-AF65-F5344CB8AC3E}">
        <p14:creationId xmlns:p14="http://schemas.microsoft.com/office/powerpoint/2010/main" val="320450617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596CDF-1367-5B43-B640-6F1A2861A1E9}"/>
              </a:ext>
            </a:extLst>
          </p:cNvPr>
          <p:cNvSpPr>
            <a:spLocks noGrp="1"/>
          </p:cNvSpPr>
          <p:nvPr>
            <p:ph type="sldNum" sz="quarter" idx="4294967295"/>
          </p:nvPr>
        </p:nvSpPr>
        <p:spPr>
          <a:xfrm>
            <a:off x="13994296" y="7772400"/>
            <a:ext cx="453223" cy="457200"/>
          </a:xfrm>
          <a:prstGeom prst="rect">
            <a:avLst/>
          </a:prstGeom>
        </p:spPr>
        <p:txBody>
          <a:bodyPr lIns="0" tIns="0" rIns="0" bIns="0" anchor="ctr" anchorCtr="0"/>
          <a:lstStyle/>
          <a:p>
            <a:pPr algn="r"/>
            <a:fld id="{FE7A4BB3-E848-5A44-82DF-322201952CD8}" type="slidenum">
              <a:rPr lang="en-US" sz="1200">
                <a:solidFill>
                  <a:srgbClr val="B3B3B3"/>
                </a:solidFill>
                <a:latin typeface="Arial" panose="020B0604020202020204" pitchFamily="34" charset="0"/>
                <a:cs typeface="Arial" panose="020B0604020202020204" pitchFamily="34" charset="0"/>
              </a:rPr>
              <a:pPr algn="r"/>
              <a:t>30</a:t>
            </a:fld>
            <a:endParaRPr lang="en-US" sz="1200">
              <a:solidFill>
                <a:srgbClr val="B3B3B3"/>
              </a:solidFill>
              <a:latin typeface="Arial" panose="020B0604020202020204" pitchFamily="34" charset="0"/>
              <a:cs typeface="Arial" panose="020B0604020202020204" pitchFamily="34" charset="0"/>
            </a:endParaRPr>
          </a:p>
        </p:txBody>
      </p:sp>
      <p:sp>
        <p:nvSpPr>
          <p:cNvPr id="3" name="Title 2">
            <a:extLst>
              <a:ext uri="{FF2B5EF4-FFF2-40B4-BE49-F238E27FC236}">
                <a16:creationId xmlns:a16="http://schemas.microsoft.com/office/drawing/2014/main" id="{BB29C9DA-A94E-A14A-BB03-31EEB26F45A0}"/>
              </a:ext>
            </a:extLst>
          </p:cNvPr>
          <p:cNvSpPr>
            <a:spLocks noGrp="1"/>
          </p:cNvSpPr>
          <p:nvPr>
            <p:ph type="title"/>
          </p:nvPr>
        </p:nvSpPr>
        <p:spPr/>
        <p:txBody>
          <a:bodyPr/>
          <a:lstStyle/>
          <a:p>
            <a:r>
              <a:rPr lang="en-US"/>
              <a:t>Economic Competition for Irrigation and Intensification</a:t>
            </a:r>
          </a:p>
        </p:txBody>
      </p:sp>
      <p:sp>
        <p:nvSpPr>
          <p:cNvPr id="4" name="Content Placeholder 3">
            <a:extLst>
              <a:ext uri="{FF2B5EF4-FFF2-40B4-BE49-F238E27FC236}">
                <a16:creationId xmlns:a16="http://schemas.microsoft.com/office/drawing/2014/main" id="{3614A67D-5B55-624F-BC79-738489559594}"/>
              </a:ext>
            </a:extLst>
          </p:cNvPr>
          <p:cNvSpPr>
            <a:spLocks noGrp="1"/>
          </p:cNvSpPr>
          <p:nvPr>
            <p:ph sz="quarter" idx="20"/>
          </p:nvPr>
        </p:nvSpPr>
        <p:spPr>
          <a:xfrm>
            <a:off x="8254314" y="2309947"/>
            <a:ext cx="5918886" cy="5233853"/>
          </a:xfrm>
        </p:spPr>
        <p:txBody>
          <a:bodyPr lIns="91440" tIns="45720" rIns="91440" bIns="45720" anchor="t"/>
          <a:lstStyle/>
          <a:p>
            <a:r>
              <a:rPr lang="en-US" sz="2600">
                <a:latin typeface="Arial"/>
                <a:cs typeface="Arial"/>
              </a:rPr>
              <a:t>For each crop, we have competing practices, each with a different yield, cost, and base year allocation. (hi = higher tech)</a:t>
            </a:r>
          </a:p>
          <a:p>
            <a:r>
              <a:rPr lang="en-US" sz="2600">
                <a:latin typeface="Arial"/>
                <a:cs typeface="Arial"/>
              </a:rPr>
              <a:t>Irrigated production demands and pays for water linked to GCAM water supply modeling in each region.</a:t>
            </a:r>
          </a:p>
          <a:p>
            <a:r>
              <a:rPr lang="en-US" sz="2600">
                <a:latin typeface="Arial"/>
                <a:cs typeface="Arial"/>
              </a:rPr>
              <a:t>Changes in price or cost will alter the shares of each practice, enabling price-induced intensification.</a:t>
            </a:r>
          </a:p>
        </p:txBody>
      </p:sp>
      <p:sp>
        <p:nvSpPr>
          <p:cNvPr id="5" name="Oval 4">
            <a:extLst>
              <a:ext uri="{FF2B5EF4-FFF2-40B4-BE49-F238E27FC236}">
                <a16:creationId xmlns:a16="http://schemas.microsoft.com/office/drawing/2014/main" id="{C87E1993-BB0A-BB48-AD61-027789578012}"/>
              </a:ext>
            </a:extLst>
          </p:cNvPr>
          <p:cNvSpPr/>
          <p:nvPr/>
        </p:nvSpPr>
        <p:spPr>
          <a:xfrm>
            <a:off x="3374571" y="2662058"/>
            <a:ext cx="1975757" cy="685800"/>
          </a:xfrm>
          <a:prstGeom prst="ellipse">
            <a:avLst/>
          </a:prstGeom>
          <a:solidFill>
            <a:srgbClr val="FF7E7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Corn</a:t>
            </a:r>
          </a:p>
        </p:txBody>
      </p:sp>
      <p:sp>
        <p:nvSpPr>
          <p:cNvPr id="6" name="Oval 5">
            <a:extLst>
              <a:ext uri="{FF2B5EF4-FFF2-40B4-BE49-F238E27FC236}">
                <a16:creationId xmlns:a16="http://schemas.microsoft.com/office/drawing/2014/main" id="{AC79B5CC-7789-8D41-8082-8AA72A702E0F}"/>
              </a:ext>
            </a:extLst>
          </p:cNvPr>
          <p:cNvSpPr/>
          <p:nvPr/>
        </p:nvSpPr>
        <p:spPr>
          <a:xfrm>
            <a:off x="1787389" y="3762887"/>
            <a:ext cx="1975757" cy="685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00000"/>
                </a:solidFill>
              </a:rPr>
              <a:t>Irrigated</a:t>
            </a:r>
          </a:p>
        </p:txBody>
      </p:sp>
      <p:sp>
        <p:nvSpPr>
          <p:cNvPr id="8" name="Oval 7">
            <a:extLst>
              <a:ext uri="{FF2B5EF4-FFF2-40B4-BE49-F238E27FC236}">
                <a16:creationId xmlns:a16="http://schemas.microsoft.com/office/drawing/2014/main" id="{B6131122-AC38-054B-BE09-7475D3D94EBC}"/>
              </a:ext>
            </a:extLst>
          </p:cNvPr>
          <p:cNvSpPr/>
          <p:nvPr/>
        </p:nvSpPr>
        <p:spPr>
          <a:xfrm>
            <a:off x="1398813" y="4863715"/>
            <a:ext cx="1419704" cy="1142609"/>
          </a:xfrm>
          <a:prstGeom prst="ellipse">
            <a:avLst/>
          </a:prstGeom>
          <a:solidFill>
            <a:srgbClr val="FF7E7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Corn_IRR_Hi</a:t>
            </a:r>
            <a:endParaRPr lang="en-US"/>
          </a:p>
        </p:txBody>
      </p:sp>
      <p:sp>
        <p:nvSpPr>
          <p:cNvPr id="12" name="Oval 11">
            <a:extLst>
              <a:ext uri="{FF2B5EF4-FFF2-40B4-BE49-F238E27FC236}">
                <a16:creationId xmlns:a16="http://schemas.microsoft.com/office/drawing/2014/main" id="{A0CEB936-5955-6341-8038-AA8F7654AC9F}"/>
              </a:ext>
            </a:extLst>
          </p:cNvPr>
          <p:cNvSpPr/>
          <p:nvPr/>
        </p:nvSpPr>
        <p:spPr>
          <a:xfrm>
            <a:off x="3003866" y="4839000"/>
            <a:ext cx="1419704" cy="1142609"/>
          </a:xfrm>
          <a:prstGeom prst="ellipse">
            <a:avLst/>
          </a:prstGeom>
          <a:solidFill>
            <a:srgbClr val="FF7E7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Corn_IRR</a:t>
            </a:r>
            <a:r>
              <a:rPr lang="en-US"/>
              <a:t>_</a:t>
            </a:r>
          </a:p>
          <a:p>
            <a:pPr algn="ctr"/>
            <a:r>
              <a:rPr lang="en-US"/>
              <a:t>Lo</a:t>
            </a:r>
          </a:p>
        </p:txBody>
      </p:sp>
      <p:cxnSp>
        <p:nvCxnSpPr>
          <p:cNvPr id="14" name="Straight Connector 13">
            <a:extLst>
              <a:ext uri="{FF2B5EF4-FFF2-40B4-BE49-F238E27FC236}">
                <a16:creationId xmlns:a16="http://schemas.microsoft.com/office/drawing/2014/main" id="{A494F5FF-DA15-354D-AA90-F4F81AECA0D8}"/>
              </a:ext>
            </a:extLst>
          </p:cNvPr>
          <p:cNvCxnSpPr>
            <a:cxnSpLocks/>
          </p:cNvCxnSpPr>
          <p:nvPr/>
        </p:nvCxnSpPr>
        <p:spPr>
          <a:xfrm flipH="1">
            <a:off x="2108665" y="4448687"/>
            <a:ext cx="666603" cy="415028"/>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A4CC2E3-D773-D041-A20B-B2618279A219}"/>
              </a:ext>
            </a:extLst>
          </p:cNvPr>
          <p:cNvCxnSpPr>
            <a:cxnSpLocks/>
          </p:cNvCxnSpPr>
          <p:nvPr/>
        </p:nvCxnSpPr>
        <p:spPr>
          <a:xfrm>
            <a:off x="2775268" y="4448687"/>
            <a:ext cx="938450" cy="390313"/>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6305B543-F50A-A949-A1E8-77AAD7FE3332}"/>
              </a:ext>
            </a:extLst>
          </p:cNvPr>
          <p:cNvSpPr/>
          <p:nvPr/>
        </p:nvSpPr>
        <p:spPr>
          <a:xfrm>
            <a:off x="5039563" y="3762887"/>
            <a:ext cx="1975757" cy="685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00000"/>
                </a:solidFill>
              </a:rPr>
              <a:t>Rainfed</a:t>
            </a:r>
          </a:p>
        </p:txBody>
      </p:sp>
      <p:sp>
        <p:nvSpPr>
          <p:cNvPr id="18" name="Oval 17">
            <a:extLst>
              <a:ext uri="{FF2B5EF4-FFF2-40B4-BE49-F238E27FC236}">
                <a16:creationId xmlns:a16="http://schemas.microsoft.com/office/drawing/2014/main" id="{4BBC9CD7-C056-B341-BEE1-98CDE9120B97}"/>
              </a:ext>
            </a:extLst>
          </p:cNvPr>
          <p:cNvSpPr/>
          <p:nvPr/>
        </p:nvSpPr>
        <p:spPr>
          <a:xfrm>
            <a:off x="4650987" y="4863715"/>
            <a:ext cx="1419704" cy="1142609"/>
          </a:xfrm>
          <a:prstGeom prst="ellipse">
            <a:avLst/>
          </a:prstGeom>
          <a:solidFill>
            <a:srgbClr val="FF7E7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Corn_RFD_Hi</a:t>
            </a:r>
            <a:endParaRPr lang="en-US"/>
          </a:p>
        </p:txBody>
      </p:sp>
      <p:sp>
        <p:nvSpPr>
          <p:cNvPr id="19" name="Oval 18">
            <a:extLst>
              <a:ext uri="{FF2B5EF4-FFF2-40B4-BE49-F238E27FC236}">
                <a16:creationId xmlns:a16="http://schemas.microsoft.com/office/drawing/2014/main" id="{3346A8B6-0122-A144-9C16-86A2824F4035}"/>
              </a:ext>
            </a:extLst>
          </p:cNvPr>
          <p:cNvSpPr/>
          <p:nvPr/>
        </p:nvSpPr>
        <p:spPr>
          <a:xfrm>
            <a:off x="6256040" y="4839000"/>
            <a:ext cx="1419704" cy="1142609"/>
          </a:xfrm>
          <a:prstGeom prst="ellipse">
            <a:avLst/>
          </a:prstGeom>
          <a:solidFill>
            <a:srgbClr val="FF7E7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t>Corn_RFD</a:t>
            </a:r>
            <a:r>
              <a:rPr lang="en-US"/>
              <a:t>_</a:t>
            </a:r>
          </a:p>
          <a:p>
            <a:pPr algn="ctr"/>
            <a:r>
              <a:rPr lang="en-US"/>
              <a:t>Lo</a:t>
            </a:r>
          </a:p>
        </p:txBody>
      </p:sp>
      <p:cxnSp>
        <p:nvCxnSpPr>
          <p:cNvPr id="20" name="Straight Connector 19">
            <a:extLst>
              <a:ext uri="{FF2B5EF4-FFF2-40B4-BE49-F238E27FC236}">
                <a16:creationId xmlns:a16="http://schemas.microsoft.com/office/drawing/2014/main" id="{7E7FE130-E850-6440-B1AC-0444E06EC402}"/>
              </a:ext>
            </a:extLst>
          </p:cNvPr>
          <p:cNvCxnSpPr>
            <a:cxnSpLocks/>
          </p:cNvCxnSpPr>
          <p:nvPr/>
        </p:nvCxnSpPr>
        <p:spPr>
          <a:xfrm flipH="1">
            <a:off x="5360839" y="4448687"/>
            <a:ext cx="666603" cy="415028"/>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D7A91F2-59CF-9E45-9A5F-25ABED4A342D}"/>
              </a:ext>
            </a:extLst>
          </p:cNvPr>
          <p:cNvCxnSpPr>
            <a:cxnSpLocks/>
          </p:cNvCxnSpPr>
          <p:nvPr/>
        </p:nvCxnSpPr>
        <p:spPr>
          <a:xfrm>
            <a:off x="6027442" y="4448687"/>
            <a:ext cx="938450" cy="390313"/>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30FD762-E97F-BA4B-97C1-3F87E22A70EC}"/>
              </a:ext>
            </a:extLst>
          </p:cNvPr>
          <p:cNvCxnSpPr>
            <a:cxnSpLocks/>
          </p:cNvCxnSpPr>
          <p:nvPr/>
        </p:nvCxnSpPr>
        <p:spPr>
          <a:xfrm flipH="1">
            <a:off x="2775268" y="3347858"/>
            <a:ext cx="1587182" cy="415029"/>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FDCE8D6-810D-F341-BCB2-C1228AB53B11}"/>
              </a:ext>
            </a:extLst>
          </p:cNvPr>
          <p:cNvCxnSpPr>
            <a:cxnSpLocks/>
          </p:cNvCxnSpPr>
          <p:nvPr/>
        </p:nvCxnSpPr>
        <p:spPr>
          <a:xfrm>
            <a:off x="4362450" y="3347858"/>
            <a:ext cx="1664992" cy="415029"/>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915318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531299-34E1-3BDA-B5A4-188FDBF1AF30}"/>
              </a:ext>
            </a:extLst>
          </p:cNvPr>
          <p:cNvSpPr>
            <a:spLocks noGrp="1"/>
          </p:cNvSpPr>
          <p:nvPr>
            <p:ph type="sldNum" sz="quarter" idx="12"/>
          </p:nvPr>
        </p:nvSpPr>
        <p:spPr>
          <a:xfrm>
            <a:off x="13856071" y="7772400"/>
            <a:ext cx="453223" cy="457200"/>
          </a:xfrm>
        </p:spPr>
        <p:txBody>
          <a:bodyPr/>
          <a:lstStyle/>
          <a:p>
            <a:fld id="{FE7A4BB3-E848-5A44-82DF-322201952CD8}" type="slidenum">
              <a:rPr lang="en-US" smtClean="0"/>
              <a:pPr/>
              <a:t>31</a:t>
            </a:fld>
            <a:endParaRPr lang="en-US"/>
          </a:p>
        </p:txBody>
      </p:sp>
      <p:sp>
        <p:nvSpPr>
          <p:cNvPr id="3" name="Title 2">
            <a:extLst>
              <a:ext uri="{FF2B5EF4-FFF2-40B4-BE49-F238E27FC236}">
                <a16:creationId xmlns:a16="http://schemas.microsoft.com/office/drawing/2014/main" id="{0BC84787-0FFD-8D17-5B76-835362503EBD}"/>
              </a:ext>
            </a:extLst>
          </p:cNvPr>
          <p:cNvSpPr>
            <a:spLocks noGrp="1"/>
          </p:cNvSpPr>
          <p:nvPr>
            <p:ph type="title"/>
          </p:nvPr>
        </p:nvSpPr>
        <p:spPr/>
        <p:txBody>
          <a:bodyPr lIns="0" tIns="54864" rIns="109728" bIns="54864" anchor="b"/>
          <a:lstStyle/>
          <a:p>
            <a:r>
              <a:rPr lang="en-US">
                <a:latin typeface="Arial"/>
                <a:cs typeface="Arial"/>
              </a:rPr>
              <a:t>GCAM reference projections (by 2100) </a:t>
            </a:r>
            <a:br>
              <a:rPr lang="en-US">
                <a:latin typeface="Arial"/>
                <a:cs typeface="Arial"/>
              </a:rPr>
            </a:br>
            <a:r>
              <a:rPr lang="en-US">
                <a:latin typeface="Arial"/>
                <a:cs typeface="Arial"/>
              </a:rPr>
              <a:t>Land allocation</a:t>
            </a:r>
          </a:p>
        </p:txBody>
      </p:sp>
      <p:pic>
        <p:nvPicPr>
          <p:cNvPr id="10" name="Picture 9">
            <a:extLst>
              <a:ext uri="{FF2B5EF4-FFF2-40B4-BE49-F238E27FC236}">
                <a16:creationId xmlns:a16="http://schemas.microsoft.com/office/drawing/2014/main" id="{3DF01F8B-5DAF-99D5-3540-B910F418357F}"/>
              </a:ext>
            </a:extLst>
          </p:cNvPr>
          <p:cNvPicPr>
            <a:picLocks noChangeAspect="1"/>
          </p:cNvPicPr>
          <p:nvPr/>
        </p:nvPicPr>
        <p:blipFill>
          <a:blip r:embed="rId3"/>
          <a:srcRect/>
          <a:stretch/>
        </p:blipFill>
        <p:spPr>
          <a:xfrm>
            <a:off x="648570" y="1735823"/>
            <a:ext cx="5379193" cy="6455032"/>
          </a:xfrm>
          <a:prstGeom prst="rect">
            <a:avLst/>
          </a:prstGeom>
        </p:spPr>
      </p:pic>
      <p:sp>
        <p:nvSpPr>
          <p:cNvPr id="11" name="TextBox 10">
            <a:extLst>
              <a:ext uri="{FF2B5EF4-FFF2-40B4-BE49-F238E27FC236}">
                <a16:creationId xmlns:a16="http://schemas.microsoft.com/office/drawing/2014/main" id="{5449AF3F-26C0-C6E2-C040-BBBF45792897}"/>
              </a:ext>
            </a:extLst>
          </p:cNvPr>
          <p:cNvSpPr txBox="1"/>
          <p:nvPr/>
        </p:nvSpPr>
        <p:spPr>
          <a:xfrm>
            <a:off x="2315435" y="2176118"/>
            <a:ext cx="790667" cy="307777"/>
          </a:xfrm>
          <a:prstGeom prst="rect">
            <a:avLst/>
          </a:prstGeom>
          <a:noFill/>
        </p:spPr>
        <p:txBody>
          <a:bodyPr wrap="square" rtlCol="0">
            <a:spAutoFit/>
          </a:bodyPr>
          <a:lstStyle/>
          <a:p>
            <a:pPr algn="r"/>
            <a:r>
              <a:rPr lang="en-US" sz="1400">
                <a:solidFill>
                  <a:schemeClr val="accent6"/>
                </a:solidFill>
              </a:rPr>
              <a:t>2020</a:t>
            </a:r>
          </a:p>
        </p:txBody>
      </p:sp>
      <p:sp>
        <p:nvSpPr>
          <p:cNvPr id="13" name="TextBox 12">
            <a:extLst>
              <a:ext uri="{FF2B5EF4-FFF2-40B4-BE49-F238E27FC236}">
                <a16:creationId xmlns:a16="http://schemas.microsoft.com/office/drawing/2014/main" id="{E1939E8F-9DAD-8C32-1D0E-A0EA246EFB98}"/>
              </a:ext>
            </a:extLst>
          </p:cNvPr>
          <p:cNvSpPr txBox="1"/>
          <p:nvPr/>
        </p:nvSpPr>
        <p:spPr>
          <a:xfrm>
            <a:off x="5756720" y="4710120"/>
            <a:ext cx="1892284" cy="400110"/>
          </a:xfrm>
          <a:prstGeom prst="rect">
            <a:avLst/>
          </a:prstGeom>
          <a:noFill/>
        </p:spPr>
        <p:txBody>
          <a:bodyPr wrap="square" rtlCol="0">
            <a:spAutoFit/>
          </a:bodyPr>
          <a:lstStyle/>
          <a:p>
            <a:r>
              <a:rPr lang="en-US" sz="2000">
                <a:solidFill>
                  <a:srgbClr val="8DA0CB"/>
                </a:solidFill>
              </a:rPr>
              <a:t>Pasture</a:t>
            </a:r>
          </a:p>
        </p:txBody>
      </p:sp>
      <p:sp>
        <p:nvSpPr>
          <p:cNvPr id="14" name="TextBox 13">
            <a:extLst>
              <a:ext uri="{FF2B5EF4-FFF2-40B4-BE49-F238E27FC236}">
                <a16:creationId xmlns:a16="http://schemas.microsoft.com/office/drawing/2014/main" id="{FD52EBB7-C483-E5AD-38AF-C70EC4945D6D}"/>
              </a:ext>
            </a:extLst>
          </p:cNvPr>
          <p:cNvSpPr txBox="1"/>
          <p:nvPr/>
        </p:nvSpPr>
        <p:spPr>
          <a:xfrm>
            <a:off x="5756720" y="3662438"/>
            <a:ext cx="1892284" cy="400110"/>
          </a:xfrm>
          <a:prstGeom prst="rect">
            <a:avLst/>
          </a:prstGeom>
          <a:noFill/>
        </p:spPr>
        <p:txBody>
          <a:bodyPr wrap="square" rtlCol="0">
            <a:spAutoFit/>
          </a:bodyPr>
          <a:lstStyle/>
          <a:p>
            <a:r>
              <a:rPr lang="en-US" sz="2000">
                <a:solidFill>
                  <a:srgbClr val="E78AC3"/>
                </a:solidFill>
              </a:rPr>
              <a:t>Forest</a:t>
            </a:r>
          </a:p>
        </p:txBody>
      </p:sp>
      <p:sp>
        <p:nvSpPr>
          <p:cNvPr id="15" name="TextBox 14">
            <a:extLst>
              <a:ext uri="{FF2B5EF4-FFF2-40B4-BE49-F238E27FC236}">
                <a16:creationId xmlns:a16="http://schemas.microsoft.com/office/drawing/2014/main" id="{74646413-00CA-49AF-A0A0-8423B98EC226}"/>
              </a:ext>
            </a:extLst>
          </p:cNvPr>
          <p:cNvSpPr txBox="1"/>
          <p:nvPr/>
        </p:nvSpPr>
        <p:spPr>
          <a:xfrm>
            <a:off x="5756720" y="5640642"/>
            <a:ext cx="1892284" cy="400110"/>
          </a:xfrm>
          <a:prstGeom prst="rect">
            <a:avLst/>
          </a:prstGeom>
          <a:noFill/>
        </p:spPr>
        <p:txBody>
          <a:bodyPr wrap="square" rtlCol="0">
            <a:spAutoFit/>
          </a:bodyPr>
          <a:lstStyle/>
          <a:p>
            <a:r>
              <a:rPr lang="en-US" sz="2000">
                <a:solidFill>
                  <a:srgbClr val="FC8D62"/>
                </a:solidFill>
              </a:rPr>
              <a:t>Grass &amp; Shrub</a:t>
            </a:r>
          </a:p>
        </p:txBody>
      </p:sp>
      <p:sp>
        <p:nvSpPr>
          <p:cNvPr id="16" name="TextBox 15">
            <a:extLst>
              <a:ext uri="{FF2B5EF4-FFF2-40B4-BE49-F238E27FC236}">
                <a16:creationId xmlns:a16="http://schemas.microsoft.com/office/drawing/2014/main" id="{7443EE3A-2FB0-C31B-2330-D7205E18C161}"/>
              </a:ext>
            </a:extLst>
          </p:cNvPr>
          <p:cNvSpPr txBox="1"/>
          <p:nvPr/>
        </p:nvSpPr>
        <p:spPr>
          <a:xfrm>
            <a:off x="5756720" y="6469867"/>
            <a:ext cx="1892284" cy="400110"/>
          </a:xfrm>
          <a:prstGeom prst="rect">
            <a:avLst/>
          </a:prstGeom>
          <a:noFill/>
        </p:spPr>
        <p:txBody>
          <a:bodyPr wrap="square" rtlCol="0">
            <a:spAutoFit/>
          </a:bodyPr>
          <a:lstStyle/>
          <a:p>
            <a:r>
              <a:rPr lang="en-US" sz="2000" i="1">
                <a:solidFill>
                  <a:srgbClr val="66C2A5"/>
                </a:solidFill>
              </a:rPr>
              <a:t>Others</a:t>
            </a:r>
          </a:p>
        </p:txBody>
      </p:sp>
      <p:sp>
        <p:nvSpPr>
          <p:cNvPr id="17" name="TextBox 16">
            <a:extLst>
              <a:ext uri="{FF2B5EF4-FFF2-40B4-BE49-F238E27FC236}">
                <a16:creationId xmlns:a16="http://schemas.microsoft.com/office/drawing/2014/main" id="{5A268EFA-10C7-8958-5DBC-D48D8BF7D7A5}"/>
              </a:ext>
            </a:extLst>
          </p:cNvPr>
          <p:cNvSpPr txBox="1"/>
          <p:nvPr/>
        </p:nvSpPr>
        <p:spPr>
          <a:xfrm>
            <a:off x="6042125" y="2259685"/>
            <a:ext cx="1892284" cy="400110"/>
          </a:xfrm>
          <a:prstGeom prst="rect">
            <a:avLst/>
          </a:prstGeom>
          <a:noFill/>
        </p:spPr>
        <p:txBody>
          <a:bodyPr wrap="square" rtlCol="0">
            <a:spAutoFit/>
          </a:bodyPr>
          <a:lstStyle/>
          <a:p>
            <a:r>
              <a:rPr lang="en-US" sz="2000">
                <a:solidFill>
                  <a:srgbClr val="E5C494"/>
                </a:solidFill>
              </a:rPr>
              <a:t>Energy crops</a:t>
            </a:r>
          </a:p>
        </p:txBody>
      </p:sp>
      <p:sp>
        <p:nvSpPr>
          <p:cNvPr id="18" name="TextBox 17">
            <a:extLst>
              <a:ext uri="{FF2B5EF4-FFF2-40B4-BE49-F238E27FC236}">
                <a16:creationId xmlns:a16="http://schemas.microsoft.com/office/drawing/2014/main" id="{42025A47-DE0F-8D28-0929-B910B5F91055}"/>
              </a:ext>
            </a:extLst>
          </p:cNvPr>
          <p:cNvSpPr txBox="1"/>
          <p:nvPr/>
        </p:nvSpPr>
        <p:spPr>
          <a:xfrm>
            <a:off x="6042125" y="2606619"/>
            <a:ext cx="1892284" cy="400110"/>
          </a:xfrm>
          <a:prstGeom prst="rect">
            <a:avLst/>
          </a:prstGeom>
          <a:noFill/>
        </p:spPr>
        <p:txBody>
          <a:bodyPr wrap="square" rtlCol="0">
            <a:spAutoFit/>
          </a:bodyPr>
          <a:lstStyle/>
          <a:p>
            <a:r>
              <a:rPr lang="en-US" sz="2000">
                <a:solidFill>
                  <a:srgbClr val="FFD92F"/>
                </a:solidFill>
              </a:rPr>
              <a:t>Staple crops</a:t>
            </a:r>
          </a:p>
        </p:txBody>
      </p:sp>
      <p:sp>
        <p:nvSpPr>
          <p:cNvPr id="19" name="TextBox 18">
            <a:extLst>
              <a:ext uri="{FF2B5EF4-FFF2-40B4-BE49-F238E27FC236}">
                <a16:creationId xmlns:a16="http://schemas.microsoft.com/office/drawing/2014/main" id="{7E2B2BC1-C88F-4A8B-1823-D27D0B2E4840}"/>
              </a:ext>
            </a:extLst>
          </p:cNvPr>
          <p:cNvSpPr txBox="1"/>
          <p:nvPr/>
        </p:nvSpPr>
        <p:spPr>
          <a:xfrm>
            <a:off x="6042125" y="3027386"/>
            <a:ext cx="1892284" cy="400110"/>
          </a:xfrm>
          <a:prstGeom prst="rect">
            <a:avLst/>
          </a:prstGeom>
          <a:noFill/>
        </p:spPr>
        <p:txBody>
          <a:bodyPr wrap="square" rtlCol="0">
            <a:spAutoFit/>
          </a:bodyPr>
          <a:lstStyle/>
          <a:p>
            <a:r>
              <a:rPr lang="en-US" sz="2000">
                <a:solidFill>
                  <a:srgbClr val="A6D854"/>
                </a:solidFill>
              </a:rPr>
              <a:t>Non-staples</a:t>
            </a:r>
          </a:p>
        </p:txBody>
      </p:sp>
      <p:sp>
        <p:nvSpPr>
          <p:cNvPr id="28" name="TextBox 27">
            <a:extLst>
              <a:ext uri="{FF2B5EF4-FFF2-40B4-BE49-F238E27FC236}">
                <a16:creationId xmlns:a16="http://schemas.microsoft.com/office/drawing/2014/main" id="{143048E2-B46B-64E3-5968-AE4CAA95DDC8}"/>
              </a:ext>
            </a:extLst>
          </p:cNvPr>
          <p:cNvSpPr txBox="1"/>
          <p:nvPr/>
        </p:nvSpPr>
        <p:spPr>
          <a:xfrm rot="16200000">
            <a:off x="5208219" y="2716080"/>
            <a:ext cx="1523389" cy="369332"/>
          </a:xfrm>
          <a:prstGeom prst="rect">
            <a:avLst/>
          </a:prstGeom>
          <a:noFill/>
        </p:spPr>
        <p:txBody>
          <a:bodyPr wrap="square" rtlCol="0">
            <a:spAutoFit/>
          </a:bodyPr>
          <a:lstStyle/>
          <a:p>
            <a:pPr algn="ctr"/>
            <a:r>
              <a:rPr lang="en-US" sz="1800"/>
              <a:t>Cropland</a:t>
            </a:r>
          </a:p>
        </p:txBody>
      </p:sp>
      <p:cxnSp>
        <p:nvCxnSpPr>
          <p:cNvPr id="32" name="Straight Connector 31">
            <a:extLst>
              <a:ext uri="{FF2B5EF4-FFF2-40B4-BE49-F238E27FC236}">
                <a16:creationId xmlns:a16="http://schemas.microsoft.com/office/drawing/2014/main" id="{0368CE0D-092B-E6B2-3D95-DC7803F39D80}"/>
              </a:ext>
            </a:extLst>
          </p:cNvPr>
          <p:cNvCxnSpPr/>
          <p:nvPr/>
        </p:nvCxnSpPr>
        <p:spPr>
          <a:xfrm>
            <a:off x="6101416" y="2261183"/>
            <a:ext cx="0" cy="1188720"/>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241D19E2-9271-C1D9-1050-703F9E4166CA}"/>
              </a:ext>
            </a:extLst>
          </p:cNvPr>
          <p:cNvSpPr txBox="1"/>
          <p:nvPr/>
        </p:nvSpPr>
        <p:spPr>
          <a:xfrm>
            <a:off x="12053455" y="7958667"/>
            <a:ext cx="2371483" cy="276999"/>
          </a:xfrm>
          <a:prstGeom prst="rect">
            <a:avLst/>
          </a:prstGeom>
          <a:noFill/>
        </p:spPr>
        <p:txBody>
          <a:bodyPr wrap="square" rtlCol="0">
            <a:spAutoFit/>
          </a:bodyPr>
          <a:lstStyle/>
          <a:p>
            <a:r>
              <a:rPr lang="en-US" sz="1200" i="1">
                <a:solidFill>
                  <a:schemeClr val="tx1">
                    <a:lumMod val="50000"/>
                    <a:lumOff val="50000"/>
                  </a:schemeClr>
                </a:solidFill>
              </a:rPr>
              <a:t>Data source: GCAM</a:t>
            </a:r>
          </a:p>
        </p:txBody>
      </p:sp>
    </p:spTree>
    <p:extLst>
      <p:ext uri="{BB962C8B-B14F-4D97-AF65-F5344CB8AC3E}">
        <p14:creationId xmlns:p14="http://schemas.microsoft.com/office/powerpoint/2010/main" val="390827141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A562E32-B22C-3FFE-AD8A-EE37C0E5F924}"/>
              </a:ext>
            </a:extLst>
          </p:cNvPr>
          <p:cNvPicPr>
            <a:picLocks noChangeAspect="1"/>
          </p:cNvPicPr>
          <p:nvPr/>
        </p:nvPicPr>
        <p:blipFill>
          <a:blip r:embed="rId3"/>
          <a:srcRect/>
          <a:stretch/>
        </p:blipFill>
        <p:spPr>
          <a:xfrm>
            <a:off x="7637596" y="1735192"/>
            <a:ext cx="5379719" cy="6455664"/>
          </a:xfrm>
          <a:prstGeom prst="rect">
            <a:avLst/>
          </a:prstGeom>
        </p:spPr>
      </p:pic>
      <p:sp>
        <p:nvSpPr>
          <p:cNvPr id="2" name="Slide Number Placeholder 1">
            <a:extLst>
              <a:ext uri="{FF2B5EF4-FFF2-40B4-BE49-F238E27FC236}">
                <a16:creationId xmlns:a16="http://schemas.microsoft.com/office/drawing/2014/main" id="{4D531299-34E1-3BDA-B5A4-188FDBF1AF30}"/>
              </a:ext>
            </a:extLst>
          </p:cNvPr>
          <p:cNvSpPr>
            <a:spLocks noGrp="1"/>
          </p:cNvSpPr>
          <p:nvPr>
            <p:ph type="sldNum" sz="quarter" idx="12"/>
          </p:nvPr>
        </p:nvSpPr>
        <p:spPr>
          <a:xfrm>
            <a:off x="13856071" y="7772400"/>
            <a:ext cx="453223" cy="457200"/>
          </a:xfrm>
        </p:spPr>
        <p:txBody>
          <a:bodyPr/>
          <a:lstStyle/>
          <a:p>
            <a:fld id="{FE7A4BB3-E848-5A44-82DF-322201952CD8}" type="slidenum">
              <a:rPr lang="en-US" smtClean="0"/>
              <a:pPr/>
              <a:t>32</a:t>
            </a:fld>
            <a:endParaRPr lang="en-US"/>
          </a:p>
        </p:txBody>
      </p:sp>
      <p:sp>
        <p:nvSpPr>
          <p:cNvPr id="3" name="Title 2">
            <a:extLst>
              <a:ext uri="{FF2B5EF4-FFF2-40B4-BE49-F238E27FC236}">
                <a16:creationId xmlns:a16="http://schemas.microsoft.com/office/drawing/2014/main" id="{0BC84787-0FFD-8D17-5B76-835362503EBD}"/>
              </a:ext>
            </a:extLst>
          </p:cNvPr>
          <p:cNvSpPr>
            <a:spLocks noGrp="1"/>
          </p:cNvSpPr>
          <p:nvPr>
            <p:ph type="title"/>
          </p:nvPr>
        </p:nvSpPr>
        <p:spPr/>
        <p:txBody>
          <a:bodyPr lIns="0" tIns="54864" rIns="109728" bIns="54864" anchor="b"/>
          <a:lstStyle/>
          <a:p>
            <a:r>
              <a:rPr lang="en-US">
                <a:latin typeface="Arial"/>
                <a:cs typeface="Arial"/>
              </a:rPr>
              <a:t>GCAM reference projections (by 2100) </a:t>
            </a:r>
            <a:br>
              <a:rPr lang="en-US">
                <a:latin typeface="Arial"/>
                <a:cs typeface="Arial"/>
              </a:rPr>
            </a:br>
            <a:r>
              <a:rPr lang="en-US">
                <a:latin typeface="Arial"/>
                <a:cs typeface="Arial"/>
              </a:rPr>
              <a:t>Land allocation and agricultural market </a:t>
            </a:r>
          </a:p>
        </p:txBody>
      </p:sp>
      <p:pic>
        <p:nvPicPr>
          <p:cNvPr id="10" name="Picture 9">
            <a:extLst>
              <a:ext uri="{FF2B5EF4-FFF2-40B4-BE49-F238E27FC236}">
                <a16:creationId xmlns:a16="http://schemas.microsoft.com/office/drawing/2014/main" id="{3DF01F8B-5DAF-99D5-3540-B910F418357F}"/>
              </a:ext>
            </a:extLst>
          </p:cNvPr>
          <p:cNvPicPr>
            <a:picLocks noChangeAspect="1"/>
          </p:cNvPicPr>
          <p:nvPr/>
        </p:nvPicPr>
        <p:blipFill>
          <a:blip r:embed="rId4"/>
          <a:srcRect/>
          <a:stretch/>
        </p:blipFill>
        <p:spPr>
          <a:xfrm>
            <a:off x="648570" y="1735823"/>
            <a:ext cx="5379193" cy="6455032"/>
          </a:xfrm>
          <a:prstGeom prst="rect">
            <a:avLst/>
          </a:prstGeom>
        </p:spPr>
      </p:pic>
      <p:sp>
        <p:nvSpPr>
          <p:cNvPr id="11" name="TextBox 10">
            <a:extLst>
              <a:ext uri="{FF2B5EF4-FFF2-40B4-BE49-F238E27FC236}">
                <a16:creationId xmlns:a16="http://schemas.microsoft.com/office/drawing/2014/main" id="{5449AF3F-26C0-C6E2-C040-BBBF45792897}"/>
              </a:ext>
            </a:extLst>
          </p:cNvPr>
          <p:cNvSpPr txBox="1"/>
          <p:nvPr/>
        </p:nvSpPr>
        <p:spPr>
          <a:xfrm>
            <a:off x="2315435" y="2176118"/>
            <a:ext cx="790667" cy="307777"/>
          </a:xfrm>
          <a:prstGeom prst="rect">
            <a:avLst/>
          </a:prstGeom>
          <a:noFill/>
        </p:spPr>
        <p:txBody>
          <a:bodyPr wrap="square" rtlCol="0">
            <a:spAutoFit/>
          </a:bodyPr>
          <a:lstStyle/>
          <a:p>
            <a:pPr algn="r"/>
            <a:r>
              <a:rPr lang="en-US" sz="1400">
                <a:solidFill>
                  <a:schemeClr val="accent6"/>
                </a:solidFill>
              </a:rPr>
              <a:t>2020</a:t>
            </a:r>
          </a:p>
        </p:txBody>
      </p:sp>
      <p:sp>
        <p:nvSpPr>
          <p:cNvPr id="13" name="TextBox 12">
            <a:extLst>
              <a:ext uri="{FF2B5EF4-FFF2-40B4-BE49-F238E27FC236}">
                <a16:creationId xmlns:a16="http://schemas.microsoft.com/office/drawing/2014/main" id="{E1939E8F-9DAD-8C32-1D0E-A0EA246EFB98}"/>
              </a:ext>
            </a:extLst>
          </p:cNvPr>
          <p:cNvSpPr txBox="1"/>
          <p:nvPr/>
        </p:nvSpPr>
        <p:spPr>
          <a:xfrm>
            <a:off x="5756720" y="4710120"/>
            <a:ext cx="1892284" cy="400110"/>
          </a:xfrm>
          <a:prstGeom prst="rect">
            <a:avLst/>
          </a:prstGeom>
          <a:noFill/>
        </p:spPr>
        <p:txBody>
          <a:bodyPr wrap="square" rtlCol="0">
            <a:spAutoFit/>
          </a:bodyPr>
          <a:lstStyle/>
          <a:p>
            <a:r>
              <a:rPr lang="en-US" sz="2000">
                <a:solidFill>
                  <a:srgbClr val="8DA0CB"/>
                </a:solidFill>
              </a:rPr>
              <a:t>Pasture</a:t>
            </a:r>
          </a:p>
        </p:txBody>
      </p:sp>
      <p:sp>
        <p:nvSpPr>
          <p:cNvPr id="14" name="TextBox 13">
            <a:extLst>
              <a:ext uri="{FF2B5EF4-FFF2-40B4-BE49-F238E27FC236}">
                <a16:creationId xmlns:a16="http://schemas.microsoft.com/office/drawing/2014/main" id="{FD52EBB7-C483-E5AD-38AF-C70EC4945D6D}"/>
              </a:ext>
            </a:extLst>
          </p:cNvPr>
          <p:cNvSpPr txBox="1"/>
          <p:nvPr/>
        </p:nvSpPr>
        <p:spPr>
          <a:xfrm>
            <a:off x="5756720" y="3662438"/>
            <a:ext cx="1892284" cy="400110"/>
          </a:xfrm>
          <a:prstGeom prst="rect">
            <a:avLst/>
          </a:prstGeom>
          <a:noFill/>
        </p:spPr>
        <p:txBody>
          <a:bodyPr wrap="square" rtlCol="0">
            <a:spAutoFit/>
          </a:bodyPr>
          <a:lstStyle/>
          <a:p>
            <a:r>
              <a:rPr lang="en-US" sz="2000">
                <a:solidFill>
                  <a:srgbClr val="E78AC3"/>
                </a:solidFill>
              </a:rPr>
              <a:t>Forest</a:t>
            </a:r>
          </a:p>
        </p:txBody>
      </p:sp>
      <p:sp>
        <p:nvSpPr>
          <p:cNvPr id="15" name="TextBox 14">
            <a:extLst>
              <a:ext uri="{FF2B5EF4-FFF2-40B4-BE49-F238E27FC236}">
                <a16:creationId xmlns:a16="http://schemas.microsoft.com/office/drawing/2014/main" id="{74646413-00CA-49AF-A0A0-8423B98EC226}"/>
              </a:ext>
            </a:extLst>
          </p:cNvPr>
          <p:cNvSpPr txBox="1"/>
          <p:nvPr/>
        </p:nvSpPr>
        <p:spPr>
          <a:xfrm>
            <a:off x="5756720" y="5640642"/>
            <a:ext cx="1892284" cy="400110"/>
          </a:xfrm>
          <a:prstGeom prst="rect">
            <a:avLst/>
          </a:prstGeom>
          <a:noFill/>
        </p:spPr>
        <p:txBody>
          <a:bodyPr wrap="square" rtlCol="0">
            <a:spAutoFit/>
          </a:bodyPr>
          <a:lstStyle/>
          <a:p>
            <a:r>
              <a:rPr lang="en-US" sz="2000">
                <a:solidFill>
                  <a:srgbClr val="FC8D62"/>
                </a:solidFill>
              </a:rPr>
              <a:t>Grass &amp; Shrub</a:t>
            </a:r>
          </a:p>
        </p:txBody>
      </p:sp>
      <p:sp>
        <p:nvSpPr>
          <p:cNvPr id="16" name="TextBox 15">
            <a:extLst>
              <a:ext uri="{FF2B5EF4-FFF2-40B4-BE49-F238E27FC236}">
                <a16:creationId xmlns:a16="http://schemas.microsoft.com/office/drawing/2014/main" id="{7443EE3A-2FB0-C31B-2330-D7205E18C161}"/>
              </a:ext>
            </a:extLst>
          </p:cNvPr>
          <p:cNvSpPr txBox="1"/>
          <p:nvPr/>
        </p:nvSpPr>
        <p:spPr>
          <a:xfrm>
            <a:off x="5756720" y="6469867"/>
            <a:ext cx="1892284" cy="400110"/>
          </a:xfrm>
          <a:prstGeom prst="rect">
            <a:avLst/>
          </a:prstGeom>
          <a:noFill/>
        </p:spPr>
        <p:txBody>
          <a:bodyPr wrap="square" rtlCol="0">
            <a:spAutoFit/>
          </a:bodyPr>
          <a:lstStyle/>
          <a:p>
            <a:r>
              <a:rPr lang="en-US" sz="2000" i="1">
                <a:solidFill>
                  <a:srgbClr val="66C2A5"/>
                </a:solidFill>
              </a:rPr>
              <a:t>Others</a:t>
            </a:r>
          </a:p>
        </p:txBody>
      </p:sp>
      <p:sp>
        <p:nvSpPr>
          <p:cNvPr id="17" name="TextBox 16">
            <a:extLst>
              <a:ext uri="{FF2B5EF4-FFF2-40B4-BE49-F238E27FC236}">
                <a16:creationId xmlns:a16="http://schemas.microsoft.com/office/drawing/2014/main" id="{5A268EFA-10C7-8958-5DBC-D48D8BF7D7A5}"/>
              </a:ext>
            </a:extLst>
          </p:cNvPr>
          <p:cNvSpPr txBox="1"/>
          <p:nvPr/>
        </p:nvSpPr>
        <p:spPr>
          <a:xfrm>
            <a:off x="6042125" y="2259685"/>
            <a:ext cx="1892284" cy="400110"/>
          </a:xfrm>
          <a:prstGeom prst="rect">
            <a:avLst/>
          </a:prstGeom>
          <a:noFill/>
        </p:spPr>
        <p:txBody>
          <a:bodyPr wrap="square" rtlCol="0">
            <a:spAutoFit/>
          </a:bodyPr>
          <a:lstStyle/>
          <a:p>
            <a:r>
              <a:rPr lang="en-US" sz="2000">
                <a:solidFill>
                  <a:srgbClr val="E5C494"/>
                </a:solidFill>
              </a:rPr>
              <a:t>Energy crops</a:t>
            </a:r>
          </a:p>
        </p:txBody>
      </p:sp>
      <p:sp>
        <p:nvSpPr>
          <p:cNvPr id="18" name="TextBox 17">
            <a:extLst>
              <a:ext uri="{FF2B5EF4-FFF2-40B4-BE49-F238E27FC236}">
                <a16:creationId xmlns:a16="http://schemas.microsoft.com/office/drawing/2014/main" id="{42025A47-DE0F-8D28-0929-B910B5F91055}"/>
              </a:ext>
            </a:extLst>
          </p:cNvPr>
          <p:cNvSpPr txBox="1"/>
          <p:nvPr/>
        </p:nvSpPr>
        <p:spPr>
          <a:xfrm>
            <a:off x="6042125" y="2606619"/>
            <a:ext cx="1892284" cy="400110"/>
          </a:xfrm>
          <a:prstGeom prst="rect">
            <a:avLst/>
          </a:prstGeom>
          <a:noFill/>
        </p:spPr>
        <p:txBody>
          <a:bodyPr wrap="square" rtlCol="0">
            <a:spAutoFit/>
          </a:bodyPr>
          <a:lstStyle/>
          <a:p>
            <a:r>
              <a:rPr lang="en-US" sz="2000">
                <a:solidFill>
                  <a:srgbClr val="FFD92F"/>
                </a:solidFill>
              </a:rPr>
              <a:t>Staple crops</a:t>
            </a:r>
          </a:p>
        </p:txBody>
      </p:sp>
      <p:sp>
        <p:nvSpPr>
          <p:cNvPr id="19" name="TextBox 18">
            <a:extLst>
              <a:ext uri="{FF2B5EF4-FFF2-40B4-BE49-F238E27FC236}">
                <a16:creationId xmlns:a16="http://schemas.microsoft.com/office/drawing/2014/main" id="{7E2B2BC1-C88F-4A8B-1823-D27D0B2E4840}"/>
              </a:ext>
            </a:extLst>
          </p:cNvPr>
          <p:cNvSpPr txBox="1"/>
          <p:nvPr/>
        </p:nvSpPr>
        <p:spPr>
          <a:xfrm>
            <a:off x="6042125" y="3027386"/>
            <a:ext cx="1892284" cy="400110"/>
          </a:xfrm>
          <a:prstGeom prst="rect">
            <a:avLst/>
          </a:prstGeom>
          <a:noFill/>
        </p:spPr>
        <p:txBody>
          <a:bodyPr wrap="square" rtlCol="0">
            <a:spAutoFit/>
          </a:bodyPr>
          <a:lstStyle/>
          <a:p>
            <a:r>
              <a:rPr lang="en-US" sz="2000">
                <a:solidFill>
                  <a:srgbClr val="A6D854"/>
                </a:solidFill>
              </a:rPr>
              <a:t>Non-staples</a:t>
            </a:r>
          </a:p>
        </p:txBody>
      </p:sp>
      <p:sp>
        <p:nvSpPr>
          <p:cNvPr id="9" name="TextBox 8">
            <a:extLst>
              <a:ext uri="{FF2B5EF4-FFF2-40B4-BE49-F238E27FC236}">
                <a16:creationId xmlns:a16="http://schemas.microsoft.com/office/drawing/2014/main" id="{9066323D-A069-B3A2-3075-F1A5DFEC6CB7}"/>
              </a:ext>
            </a:extLst>
          </p:cNvPr>
          <p:cNvSpPr txBox="1"/>
          <p:nvPr/>
        </p:nvSpPr>
        <p:spPr>
          <a:xfrm>
            <a:off x="12753693" y="5539146"/>
            <a:ext cx="1597403" cy="400110"/>
          </a:xfrm>
          <a:prstGeom prst="rect">
            <a:avLst/>
          </a:prstGeom>
          <a:noFill/>
        </p:spPr>
        <p:txBody>
          <a:bodyPr wrap="square" rtlCol="0">
            <a:spAutoFit/>
          </a:bodyPr>
          <a:lstStyle/>
          <a:p>
            <a:r>
              <a:rPr lang="en-US" sz="2000">
                <a:solidFill>
                  <a:srgbClr val="FB61D7"/>
                </a:solidFill>
              </a:rPr>
              <a:t>Production</a:t>
            </a:r>
          </a:p>
        </p:txBody>
      </p:sp>
      <p:sp>
        <p:nvSpPr>
          <p:cNvPr id="20" name="TextBox 19">
            <a:extLst>
              <a:ext uri="{FF2B5EF4-FFF2-40B4-BE49-F238E27FC236}">
                <a16:creationId xmlns:a16="http://schemas.microsoft.com/office/drawing/2014/main" id="{F712F5F9-264D-177B-9D74-43248A5C1A40}"/>
              </a:ext>
            </a:extLst>
          </p:cNvPr>
          <p:cNvSpPr txBox="1"/>
          <p:nvPr/>
        </p:nvSpPr>
        <p:spPr>
          <a:xfrm>
            <a:off x="12753694" y="6698804"/>
            <a:ext cx="1597403" cy="400110"/>
          </a:xfrm>
          <a:prstGeom prst="rect">
            <a:avLst/>
          </a:prstGeom>
          <a:noFill/>
        </p:spPr>
        <p:txBody>
          <a:bodyPr wrap="square" rtlCol="0">
            <a:spAutoFit/>
          </a:bodyPr>
          <a:lstStyle/>
          <a:p>
            <a:r>
              <a:rPr lang="en-US" sz="2000">
                <a:solidFill>
                  <a:srgbClr val="00B6EB"/>
                </a:solidFill>
              </a:rPr>
              <a:t>Import</a:t>
            </a:r>
          </a:p>
        </p:txBody>
      </p:sp>
      <p:sp>
        <p:nvSpPr>
          <p:cNvPr id="21" name="TextBox 20">
            <a:extLst>
              <a:ext uri="{FF2B5EF4-FFF2-40B4-BE49-F238E27FC236}">
                <a16:creationId xmlns:a16="http://schemas.microsoft.com/office/drawing/2014/main" id="{1DDC5DDE-E76D-2546-337E-D85C6C222087}"/>
              </a:ext>
            </a:extLst>
          </p:cNvPr>
          <p:cNvSpPr txBox="1"/>
          <p:nvPr/>
        </p:nvSpPr>
        <p:spPr>
          <a:xfrm>
            <a:off x="12753712" y="4483872"/>
            <a:ext cx="1597403" cy="369332"/>
          </a:xfrm>
          <a:prstGeom prst="rect">
            <a:avLst/>
          </a:prstGeom>
          <a:noFill/>
        </p:spPr>
        <p:txBody>
          <a:bodyPr wrap="square" rtlCol="0">
            <a:spAutoFit/>
          </a:bodyPr>
          <a:lstStyle/>
          <a:p>
            <a:r>
              <a:rPr lang="en-US" sz="1800">
                <a:solidFill>
                  <a:srgbClr val="A58AFF"/>
                </a:solidFill>
              </a:rPr>
              <a:t>Others</a:t>
            </a:r>
          </a:p>
        </p:txBody>
      </p:sp>
      <p:sp>
        <p:nvSpPr>
          <p:cNvPr id="23" name="TextBox 22">
            <a:extLst>
              <a:ext uri="{FF2B5EF4-FFF2-40B4-BE49-F238E27FC236}">
                <a16:creationId xmlns:a16="http://schemas.microsoft.com/office/drawing/2014/main" id="{84BE4C2C-1AA4-DB3B-96B9-6781E1B73608}"/>
              </a:ext>
            </a:extLst>
          </p:cNvPr>
          <p:cNvSpPr txBox="1"/>
          <p:nvPr/>
        </p:nvSpPr>
        <p:spPr>
          <a:xfrm>
            <a:off x="12753712" y="2369592"/>
            <a:ext cx="1597403" cy="400110"/>
          </a:xfrm>
          <a:prstGeom prst="rect">
            <a:avLst/>
          </a:prstGeom>
          <a:noFill/>
        </p:spPr>
        <p:txBody>
          <a:bodyPr wrap="square" rtlCol="0">
            <a:spAutoFit/>
          </a:bodyPr>
          <a:lstStyle/>
          <a:p>
            <a:r>
              <a:rPr lang="en-US" sz="2000">
                <a:solidFill>
                  <a:srgbClr val="F8766D"/>
                </a:solidFill>
              </a:rPr>
              <a:t>Biofuels</a:t>
            </a:r>
          </a:p>
        </p:txBody>
      </p:sp>
      <p:sp>
        <p:nvSpPr>
          <p:cNvPr id="24" name="TextBox 23">
            <a:extLst>
              <a:ext uri="{FF2B5EF4-FFF2-40B4-BE49-F238E27FC236}">
                <a16:creationId xmlns:a16="http://schemas.microsoft.com/office/drawing/2014/main" id="{C3DC36EE-5BEF-F710-C774-05366E6E3A21}"/>
              </a:ext>
            </a:extLst>
          </p:cNvPr>
          <p:cNvSpPr txBox="1"/>
          <p:nvPr/>
        </p:nvSpPr>
        <p:spPr>
          <a:xfrm>
            <a:off x="12753692" y="2720440"/>
            <a:ext cx="1597403" cy="400110"/>
          </a:xfrm>
          <a:prstGeom prst="rect">
            <a:avLst/>
          </a:prstGeom>
          <a:noFill/>
        </p:spPr>
        <p:txBody>
          <a:bodyPr wrap="square" rtlCol="0">
            <a:spAutoFit/>
          </a:bodyPr>
          <a:lstStyle/>
          <a:p>
            <a:r>
              <a:rPr lang="en-US" sz="2000">
                <a:solidFill>
                  <a:srgbClr val="C49A00"/>
                </a:solidFill>
              </a:rPr>
              <a:t>Export</a:t>
            </a:r>
          </a:p>
        </p:txBody>
      </p:sp>
      <p:sp>
        <p:nvSpPr>
          <p:cNvPr id="25" name="TextBox 24">
            <a:extLst>
              <a:ext uri="{FF2B5EF4-FFF2-40B4-BE49-F238E27FC236}">
                <a16:creationId xmlns:a16="http://schemas.microsoft.com/office/drawing/2014/main" id="{BAB6E69A-AAB0-A846-452F-D5CB24AE94E9}"/>
              </a:ext>
            </a:extLst>
          </p:cNvPr>
          <p:cNvSpPr txBox="1"/>
          <p:nvPr/>
        </p:nvSpPr>
        <p:spPr>
          <a:xfrm>
            <a:off x="12753692" y="3326798"/>
            <a:ext cx="1597403" cy="400110"/>
          </a:xfrm>
          <a:prstGeom prst="rect">
            <a:avLst/>
          </a:prstGeom>
          <a:noFill/>
        </p:spPr>
        <p:txBody>
          <a:bodyPr wrap="square" rtlCol="0">
            <a:spAutoFit/>
          </a:bodyPr>
          <a:lstStyle/>
          <a:p>
            <a:r>
              <a:rPr lang="en-US" sz="2000">
                <a:solidFill>
                  <a:srgbClr val="53B400"/>
                </a:solidFill>
              </a:rPr>
              <a:t>Feed</a:t>
            </a:r>
          </a:p>
        </p:txBody>
      </p:sp>
      <p:sp>
        <p:nvSpPr>
          <p:cNvPr id="26" name="TextBox 25">
            <a:extLst>
              <a:ext uri="{FF2B5EF4-FFF2-40B4-BE49-F238E27FC236}">
                <a16:creationId xmlns:a16="http://schemas.microsoft.com/office/drawing/2014/main" id="{17BDC8E8-8567-9838-8EFF-CE0C9012409F}"/>
              </a:ext>
            </a:extLst>
          </p:cNvPr>
          <p:cNvSpPr txBox="1"/>
          <p:nvPr/>
        </p:nvSpPr>
        <p:spPr>
          <a:xfrm>
            <a:off x="12753712" y="4058666"/>
            <a:ext cx="1597403" cy="400110"/>
          </a:xfrm>
          <a:prstGeom prst="rect">
            <a:avLst/>
          </a:prstGeom>
          <a:noFill/>
        </p:spPr>
        <p:txBody>
          <a:bodyPr wrap="square" rtlCol="0">
            <a:spAutoFit/>
          </a:bodyPr>
          <a:lstStyle/>
          <a:p>
            <a:r>
              <a:rPr lang="en-US" sz="2000">
                <a:solidFill>
                  <a:srgbClr val="00C094"/>
                </a:solidFill>
              </a:rPr>
              <a:t>Food</a:t>
            </a:r>
          </a:p>
        </p:txBody>
      </p:sp>
      <p:sp>
        <p:nvSpPr>
          <p:cNvPr id="12" name="TextBox 11">
            <a:extLst>
              <a:ext uri="{FF2B5EF4-FFF2-40B4-BE49-F238E27FC236}">
                <a16:creationId xmlns:a16="http://schemas.microsoft.com/office/drawing/2014/main" id="{D5DEE439-2611-CE35-3E4D-72815848A527}"/>
              </a:ext>
            </a:extLst>
          </p:cNvPr>
          <p:cNvSpPr txBox="1"/>
          <p:nvPr/>
        </p:nvSpPr>
        <p:spPr>
          <a:xfrm rot="5400000">
            <a:off x="13273761" y="3430696"/>
            <a:ext cx="2189521" cy="369332"/>
          </a:xfrm>
          <a:prstGeom prst="rect">
            <a:avLst/>
          </a:prstGeom>
          <a:noFill/>
        </p:spPr>
        <p:txBody>
          <a:bodyPr wrap="square" rtlCol="0">
            <a:spAutoFit/>
          </a:bodyPr>
          <a:lstStyle/>
          <a:p>
            <a:pPr algn="ctr"/>
            <a:r>
              <a:rPr lang="en-US" sz="1800">
                <a:solidFill>
                  <a:schemeClr val="tx2"/>
                </a:solidFill>
              </a:rPr>
              <a:t>Demand</a:t>
            </a:r>
          </a:p>
        </p:txBody>
      </p:sp>
      <p:sp>
        <p:nvSpPr>
          <p:cNvPr id="27" name="TextBox 26">
            <a:extLst>
              <a:ext uri="{FF2B5EF4-FFF2-40B4-BE49-F238E27FC236}">
                <a16:creationId xmlns:a16="http://schemas.microsoft.com/office/drawing/2014/main" id="{788324CC-0CC1-9680-C45A-6AED86371683}"/>
              </a:ext>
            </a:extLst>
          </p:cNvPr>
          <p:cNvSpPr txBox="1"/>
          <p:nvPr/>
        </p:nvSpPr>
        <p:spPr>
          <a:xfrm rot="5400000">
            <a:off x="13101519" y="5821519"/>
            <a:ext cx="2534002" cy="369332"/>
          </a:xfrm>
          <a:prstGeom prst="rect">
            <a:avLst/>
          </a:prstGeom>
          <a:noFill/>
        </p:spPr>
        <p:txBody>
          <a:bodyPr wrap="square" rtlCol="0">
            <a:spAutoFit/>
          </a:bodyPr>
          <a:lstStyle/>
          <a:p>
            <a:pPr algn="ctr"/>
            <a:r>
              <a:rPr lang="en-US" sz="1800">
                <a:solidFill>
                  <a:schemeClr val="tx2"/>
                </a:solidFill>
              </a:rPr>
              <a:t>Supply</a:t>
            </a:r>
          </a:p>
        </p:txBody>
      </p:sp>
      <p:sp>
        <p:nvSpPr>
          <p:cNvPr id="28" name="TextBox 27">
            <a:extLst>
              <a:ext uri="{FF2B5EF4-FFF2-40B4-BE49-F238E27FC236}">
                <a16:creationId xmlns:a16="http://schemas.microsoft.com/office/drawing/2014/main" id="{143048E2-B46B-64E3-5968-AE4CAA95DDC8}"/>
              </a:ext>
            </a:extLst>
          </p:cNvPr>
          <p:cNvSpPr txBox="1"/>
          <p:nvPr/>
        </p:nvSpPr>
        <p:spPr>
          <a:xfrm rot="16200000">
            <a:off x="5208219" y="2716080"/>
            <a:ext cx="1523389" cy="369332"/>
          </a:xfrm>
          <a:prstGeom prst="rect">
            <a:avLst/>
          </a:prstGeom>
          <a:noFill/>
        </p:spPr>
        <p:txBody>
          <a:bodyPr wrap="square" rtlCol="0">
            <a:spAutoFit/>
          </a:bodyPr>
          <a:lstStyle/>
          <a:p>
            <a:pPr algn="ctr"/>
            <a:r>
              <a:rPr lang="en-US" sz="1800"/>
              <a:t>Cropland</a:t>
            </a:r>
          </a:p>
        </p:txBody>
      </p:sp>
      <p:cxnSp>
        <p:nvCxnSpPr>
          <p:cNvPr id="32" name="Straight Connector 31">
            <a:extLst>
              <a:ext uri="{FF2B5EF4-FFF2-40B4-BE49-F238E27FC236}">
                <a16:creationId xmlns:a16="http://schemas.microsoft.com/office/drawing/2014/main" id="{0368CE0D-092B-E6B2-3D95-DC7803F39D80}"/>
              </a:ext>
            </a:extLst>
          </p:cNvPr>
          <p:cNvCxnSpPr/>
          <p:nvPr/>
        </p:nvCxnSpPr>
        <p:spPr>
          <a:xfrm>
            <a:off x="6101416" y="2261183"/>
            <a:ext cx="0" cy="1188720"/>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36" name="Right Brace 35">
            <a:extLst>
              <a:ext uri="{FF2B5EF4-FFF2-40B4-BE49-F238E27FC236}">
                <a16:creationId xmlns:a16="http://schemas.microsoft.com/office/drawing/2014/main" id="{D1141568-798F-CE0E-0669-15685BF3C91E}"/>
              </a:ext>
            </a:extLst>
          </p:cNvPr>
          <p:cNvSpPr/>
          <p:nvPr/>
        </p:nvSpPr>
        <p:spPr>
          <a:xfrm>
            <a:off x="14034980" y="2431301"/>
            <a:ext cx="180774" cy="2377440"/>
          </a:xfrm>
          <a:prstGeom prst="rightBrace">
            <a:avLst/>
          </a:prstGeom>
          <a:ln/>
        </p:spPr>
        <p:style>
          <a:lnRef idx="1">
            <a:schemeClr val="dk1"/>
          </a:lnRef>
          <a:fillRef idx="0">
            <a:schemeClr val="dk1"/>
          </a:fillRef>
          <a:effectRef idx="0">
            <a:schemeClr val="dk1"/>
          </a:effectRef>
          <a:fontRef idx="minor">
            <a:schemeClr val="tx1"/>
          </a:fontRef>
        </p:style>
        <p:txBody>
          <a:bodyPr rtlCol="0" anchor="ctr"/>
          <a:lstStyle/>
          <a:p>
            <a:pPr algn="ctr"/>
            <a:endParaRPr lang="en-US" sz="1800"/>
          </a:p>
        </p:txBody>
      </p:sp>
      <p:sp>
        <p:nvSpPr>
          <p:cNvPr id="37" name="Right Brace 36">
            <a:extLst>
              <a:ext uri="{FF2B5EF4-FFF2-40B4-BE49-F238E27FC236}">
                <a16:creationId xmlns:a16="http://schemas.microsoft.com/office/drawing/2014/main" id="{F1689547-1E75-34AE-DA96-2DCE6FB993B6}"/>
              </a:ext>
            </a:extLst>
          </p:cNvPr>
          <p:cNvSpPr/>
          <p:nvPr/>
        </p:nvSpPr>
        <p:spPr>
          <a:xfrm>
            <a:off x="14034827" y="5050067"/>
            <a:ext cx="180774" cy="2011680"/>
          </a:xfrm>
          <a:prstGeom prst="rightBrace">
            <a:avLst/>
          </a:prstGeom>
          <a:ln/>
        </p:spPr>
        <p:style>
          <a:lnRef idx="1">
            <a:schemeClr val="dk1"/>
          </a:lnRef>
          <a:fillRef idx="0">
            <a:schemeClr val="dk1"/>
          </a:fillRef>
          <a:effectRef idx="0">
            <a:schemeClr val="dk1"/>
          </a:effectRef>
          <a:fontRef idx="minor">
            <a:schemeClr val="tx1"/>
          </a:fontRef>
        </p:style>
        <p:txBody>
          <a:bodyPr rtlCol="0" anchor="ctr"/>
          <a:lstStyle/>
          <a:p>
            <a:pPr algn="ctr"/>
            <a:endParaRPr lang="en-US" sz="1800">
              <a:solidFill>
                <a:srgbClr val="002060"/>
              </a:solidFill>
            </a:endParaRPr>
          </a:p>
        </p:txBody>
      </p:sp>
      <p:cxnSp>
        <p:nvCxnSpPr>
          <p:cNvPr id="41" name="Connector: Elbow 40">
            <a:extLst>
              <a:ext uri="{FF2B5EF4-FFF2-40B4-BE49-F238E27FC236}">
                <a16:creationId xmlns:a16="http://schemas.microsoft.com/office/drawing/2014/main" id="{6F910F0B-9515-9834-8D69-97B26E25CCFF}"/>
              </a:ext>
            </a:extLst>
          </p:cNvPr>
          <p:cNvCxnSpPr>
            <a:cxnSpLocks/>
          </p:cNvCxnSpPr>
          <p:nvPr/>
        </p:nvCxnSpPr>
        <p:spPr>
          <a:xfrm rot="16200000" flipH="1">
            <a:off x="7113571" y="3366880"/>
            <a:ext cx="2267377" cy="1219326"/>
          </a:xfrm>
          <a:prstGeom prst="bentConnector3">
            <a:avLst>
              <a:gd name="adj1" fmla="val 100176"/>
            </a:avLst>
          </a:prstGeom>
          <a:ln w="19050">
            <a:solidFill>
              <a:srgbClr val="C00000"/>
            </a:solidFill>
            <a:prstDash val="dash"/>
            <a:headEnd type="oval"/>
            <a:tailEnd type="triangle" w="lg" len="lg"/>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241D19E2-9271-C1D9-1050-703F9E4166CA}"/>
              </a:ext>
            </a:extLst>
          </p:cNvPr>
          <p:cNvSpPr txBox="1"/>
          <p:nvPr/>
        </p:nvSpPr>
        <p:spPr>
          <a:xfrm>
            <a:off x="12053455" y="7958667"/>
            <a:ext cx="2371483" cy="276999"/>
          </a:xfrm>
          <a:prstGeom prst="rect">
            <a:avLst/>
          </a:prstGeom>
          <a:noFill/>
        </p:spPr>
        <p:txBody>
          <a:bodyPr wrap="square" rtlCol="0">
            <a:spAutoFit/>
          </a:bodyPr>
          <a:lstStyle/>
          <a:p>
            <a:r>
              <a:rPr lang="en-US" sz="1200" i="1">
                <a:solidFill>
                  <a:schemeClr val="tx1">
                    <a:lumMod val="50000"/>
                    <a:lumOff val="50000"/>
                  </a:schemeClr>
                </a:solidFill>
              </a:rPr>
              <a:t>Data source: GCAM v7.2</a:t>
            </a:r>
          </a:p>
        </p:txBody>
      </p:sp>
    </p:spTree>
    <p:extLst>
      <p:ext uri="{BB962C8B-B14F-4D97-AF65-F5344CB8AC3E}">
        <p14:creationId xmlns:p14="http://schemas.microsoft.com/office/powerpoint/2010/main" val="134224585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03231E-FBBE-2299-0BDD-39A4D3FF3CC5}"/>
              </a:ext>
            </a:extLst>
          </p:cNvPr>
          <p:cNvSpPr>
            <a:spLocks noGrp="1"/>
          </p:cNvSpPr>
          <p:nvPr>
            <p:ph type="sldNum" sz="quarter" idx="12"/>
          </p:nvPr>
        </p:nvSpPr>
        <p:spPr/>
        <p:txBody>
          <a:bodyPr/>
          <a:lstStyle/>
          <a:p>
            <a:fld id="{FE7A4BB3-E848-5A44-82DF-322201952CD8}" type="slidenum">
              <a:rPr lang="en-US" smtClean="0"/>
              <a:pPr/>
              <a:t>33</a:t>
            </a:fld>
            <a:endParaRPr lang="en-US"/>
          </a:p>
        </p:txBody>
      </p:sp>
      <p:sp>
        <p:nvSpPr>
          <p:cNvPr id="3" name="Title 2">
            <a:extLst>
              <a:ext uri="{FF2B5EF4-FFF2-40B4-BE49-F238E27FC236}">
                <a16:creationId xmlns:a16="http://schemas.microsoft.com/office/drawing/2014/main" id="{B80F13A5-CDEC-3025-525A-9A1EE8B1E05B}"/>
              </a:ext>
            </a:extLst>
          </p:cNvPr>
          <p:cNvSpPr>
            <a:spLocks noGrp="1"/>
          </p:cNvSpPr>
          <p:nvPr>
            <p:ph type="title"/>
          </p:nvPr>
        </p:nvSpPr>
        <p:spPr/>
        <p:txBody>
          <a:bodyPr/>
          <a:lstStyle/>
          <a:p>
            <a:r>
              <a:rPr lang="en-US"/>
              <a:t>Food demand</a:t>
            </a:r>
          </a:p>
        </p:txBody>
      </p:sp>
      <p:pic>
        <p:nvPicPr>
          <p:cNvPr id="5" name="Picture 4">
            <a:extLst>
              <a:ext uri="{FF2B5EF4-FFF2-40B4-BE49-F238E27FC236}">
                <a16:creationId xmlns:a16="http://schemas.microsoft.com/office/drawing/2014/main" id="{6197E2FD-0C63-5771-3CC2-8B7F50C6037C}"/>
              </a:ext>
            </a:extLst>
          </p:cNvPr>
          <p:cNvPicPr>
            <a:picLocks noChangeAspect="1"/>
          </p:cNvPicPr>
          <p:nvPr/>
        </p:nvPicPr>
        <p:blipFill>
          <a:blip r:embed="rId2"/>
          <a:stretch>
            <a:fillRect/>
          </a:stretch>
        </p:blipFill>
        <p:spPr>
          <a:xfrm>
            <a:off x="1022683" y="1875952"/>
            <a:ext cx="11462085" cy="6082715"/>
          </a:xfrm>
          <a:prstGeom prst="rect">
            <a:avLst/>
          </a:prstGeom>
        </p:spPr>
      </p:pic>
      <p:sp>
        <p:nvSpPr>
          <p:cNvPr id="6" name="TextBox 5">
            <a:extLst>
              <a:ext uri="{FF2B5EF4-FFF2-40B4-BE49-F238E27FC236}">
                <a16:creationId xmlns:a16="http://schemas.microsoft.com/office/drawing/2014/main" id="{111D49AF-37E1-C055-F185-9D68667AEBE5}"/>
              </a:ext>
            </a:extLst>
          </p:cNvPr>
          <p:cNvSpPr txBox="1"/>
          <p:nvPr/>
        </p:nvSpPr>
        <p:spPr>
          <a:xfrm>
            <a:off x="11121223" y="1768668"/>
            <a:ext cx="3326296" cy="1938992"/>
          </a:xfrm>
          <a:prstGeom prst="rect">
            <a:avLst/>
          </a:prstGeom>
          <a:noFill/>
        </p:spPr>
        <p:txBody>
          <a:bodyPr wrap="square" rtlCol="0">
            <a:spAutoFit/>
          </a:bodyPr>
          <a:lstStyle/>
          <a:p>
            <a:pPr marL="342900" indent="-342900">
              <a:buFont typeface="Arial" panose="020B0604020202020204" pitchFamily="34" charset="0"/>
              <a:buChar char="•"/>
            </a:pPr>
            <a:r>
              <a:rPr lang="en-US" sz="2400" i="1">
                <a:hlinkClick r:id="rId3"/>
              </a:rPr>
              <a:t>Edmonds et al. 2017</a:t>
            </a:r>
            <a:endParaRPr lang="en-US" sz="2400" i="1"/>
          </a:p>
          <a:p>
            <a:pPr marL="342900" indent="-342900">
              <a:buFont typeface="Arial" panose="020B0604020202020204" pitchFamily="34" charset="0"/>
              <a:buChar char="•"/>
            </a:pPr>
            <a:r>
              <a:rPr lang="en-US" sz="2400" i="1">
                <a:hlinkClick r:id="rId4"/>
              </a:rPr>
              <a:t>Ambrosia</a:t>
            </a:r>
            <a:endParaRPr lang="en-US" sz="2400" i="1"/>
          </a:p>
          <a:p>
            <a:pPr marL="342900" indent="-342900">
              <a:buFont typeface="Arial" panose="020B0604020202020204" pitchFamily="34" charset="0"/>
              <a:buChar char="•"/>
            </a:pPr>
            <a:endParaRPr lang="en-US" sz="2400" i="1"/>
          </a:p>
          <a:p>
            <a:pPr marL="342900" indent="-342900">
              <a:buFont typeface="Arial" panose="020B0604020202020204" pitchFamily="34" charset="0"/>
              <a:buChar char="•"/>
            </a:pPr>
            <a:r>
              <a:rPr lang="en-US" sz="2400">
                <a:solidFill>
                  <a:schemeClr val="accent2"/>
                </a:solidFill>
              </a:rPr>
              <a:t>Calories-based logit competition</a:t>
            </a:r>
          </a:p>
        </p:txBody>
      </p:sp>
    </p:spTree>
    <p:extLst>
      <p:ext uri="{BB962C8B-B14F-4D97-AF65-F5344CB8AC3E}">
        <p14:creationId xmlns:p14="http://schemas.microsoft.com/office/powerpoint/2010/main" val="362383103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7F141F5-312D-4C29-8C6B-9B1D78A91AF9}"/>
              </a:ext>
            </a:extLst>
          </p:cNvPr>
          <p:cNvSpPr/>
          <p:nvPr/>
        </p:nvSpPr>
        <p:spPr>
          <a:xfrm>
            <a:off x="1357461" y="1706253"/>
            <a:ext cx="12104016" cy="5760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9E04EA64-D2F6-49ED-9DEB-C613FA310F6E}"/>
              </a:ext>
            </a:extLst>
          </p:cNvPr>
          <p:cNvSpPr>
            <a:spLocks noGrp="1"/>
          </p:cNvSpPr>
          <p:nvPr>
            <p:ph type="sldNum" sz="quarter" idx="12"/>
          </p:nvPr>
        </p:nvSpPr>
        <p:spPr/>
        <p:txBody>
          <a:bodyPr/>
          <a:lstStyle/>
          <a:p>
            <a:fld id="{FE7A4BB3-E848-5A44-82DF-322201952CD8}" type="slidenum">
              <a:rPr lang="en-US" smtClean="0"/>
              <a:pPr/>
              <a:t>34</a:t>
            </a:fld>
            <a:endParaRPr lang="en-US"/>
          </a:p>
        </p:txBody>
      </p:sp>
      <p:sp>
        <p:nvSpPr>
          <p:cNvPr id="3" name="Title 2">
            <a:extLst>
              <a:ext uri="{FF2B5EF4-FFF2-40B4-BE49-F238E27FC236}">
                <a16:creationId xmlns:a16="http://schemas.microsoft.com/office/drawing/2014/main" id="{48394BF5-9718-48B1-9565-ECB68993A1FE}"/>
              </a:ext>
            </a:extLst>
          </p:cNvPr>
          <p:cNvSpPr>
            <a:spLocks noGrp="1"/>
          </p:cNvSpPr>
          <p:nvPr>
            <p:ph type="title"/>
          </p:nvPr>
        </p:nvSpPr>
        <p:spPr>
          <a:xfrm>
            <a:off x="3200400" y="270933"/>
            <a:ext cx="10972800" cy="1082292"/>
          </a:xfrm>
        </p:spPr>
        <p:txBody>
          <a:bodyPr/>
          <a:lstStyle/>
          <a:p>
            <a:pPr marL="0" marR="0">
              <a:lnSpc>
                <a:spcPct val="107000"/>
              </a:lnSpc>
              <a:spcBef>
                <a:spcPts val="0"/>
              </a:spcBef>
              <a:spcAft>
                <a:spcPts val="800"/>
              </a:spcAft>
            </a:pPr>
            <a:r>
              <a:rPr lang="en-US">
                <a:effectLst/>
                <a:latin typeface="+mj-lt"/>
                <a:ea typeface="Calibri" panose="020F0502020204030204" pitchFamily="34" charset="0"/>
                <a:cs typeface="Times New Roman" panose="02020603050405020304" pitchFamily="18" charset="0"/>
              </a:rPr>
              <a:t>World food availability (dietary energy supply)</a:t>
            </a:r>
            <a:br>
              <a:rPr lang="en-US">
                <a:effectLst/>
                <a:latin typeface="+mj-lt"/>
                <a:ea typeface="Calibri" panose="020F0502020204030204" pitchFamily="34" charset="0"/>
                <a:cs typeface="Times New Roman" panose="02020603050405020304" pitchFamily="18" charset="0"/>
              </a:rPr>
            </a:br>
            <a:r>
              <a:rPr lang="en-US">
                <a:effectLst/>
                <a:latin typeface="+mj-lt"/>
                <a:ea typeface="Calibri" panose="020F0502020204030204" pitchFamily="34" charset="0"/>
                <a:cs typeface="Times New Roman" panose="02020603050405020304" pitchFamily="18" charset="0"/>
              </a:rPr>
              <a:t>Mean = 7770 Peta-Kcal; 2900 Kcal/ca/d</a:t>
            </a:r>
          </a:p>
        </p:txBody>
      </p:sp>
      <p:pic>
        <p:nvPicPr>
          <p:cNvPr id="6" name="Content Placeholder 5" descr="Chart, treemap chart&#10;&#10;Description automatically generated">
            <a:extLst>
              <a:ext uri="{FF2B5EF4-FFF2-40B4-BE49-F238E27FC236}">
                <a16:creationId xmlns:a16="http://schemas.microsoft.com/office/drawing/2014/main" id="{67DF5B96-A459-4F99-8E2B-D797F925316E}"/>
              </a:ext>
            </a:extLst>
          </p:cNvPr>
          <p:cNvPicPr>
            <a:picLocks noGrp="1" noChangeAspect="1"/>
          </p:cNvPicPr>
          <p:nvPr>
            <p:ph sz="quarter" idx="20"/>
          </p:nvPr>
        </p:nvPicPr>
        <p:blipFill>
          <a:blip r:embed="rId2"/>
          <a:stretch>
            <a:fillRect/>
          </a:stretch>
        </p:blipFill>
        <p:spPr>
          <a:xfrm>
            <a:off x="1025830" y="1567212"/>
            <a:ext cx="8762999" cy="6309360"/>
          </a:xfrm>
        </p:spPr>
      </p:pic>
      <p:pic>
        <p:nvPicPr>
          <p:cNvPr id="11" name="Picture 10" descr="Chart, bar chart&#10;&#10;Description automatically generated">
            <a:extLst>
              <a:ext uri="{FF2B5EF4-FFF2-40B4-BE49-F238E27FC236}">
                <a16:creationId xmlns:a16="http://schemas.microsoft.com/office/drawing/2014/main" id="{3B1A20D1-9302-442E-ADB3-CA24E62FA06A}"/>
              </a:ext>
            </a:extLst>
          </p:cNvPr>
          <p:cNvPicPr>
            <a:picLocks noChangeAspect="1"/>
          </p:cNvPicPr>
          <p:nvPr/>
        </p:nvPicPr>
        <p:blipFill>
          <a:blip r:embed="rId3"/>
          <a:stretch>
            <a:fillRect/>
          </a:stretch>
        </p:blipFill>
        <p:spPr>
          <a:xfrm>
            <a:off x="9906000" y="2755932"/>
            <a:ext cx="4267200" cy="5120640"/>
          </a:xfrm>
          <a:prstGeom prst="rect">
            <a:avLst/>
          </a:prstGeom>
        </p:spPr>
      </p:pic>
      <p:sp>
        <p:nvSpPr>
          <p:cNvPr id="5" name="TextBox 4">
            <a:extLst>
              <a:ext uri="{FF2B5EF4-FFF2-40B4-BE49-F238E27FC236}">
                <a16:creationId xmlns:a16="http://schemas.microsoft.com/office/drawing/2014/main" id="{49E521F1-5690-C093-3DF2-E44F568309C3}"/>
              </a:ext>
            </a:extLst>
          </p:cNvPr>
          <p:cNvSpPr txBox="1"/>
          <p:nvPr/>
        </p:nvSpPr>
        <p:spPr>
          <a:xfrm>
            <a:off x="11767930" y="7921823"/>
            <a:ext cx="2723321" cy="307777"/>
          </a:xfrm>
          <a:prstGeom prst="rect">
            <a:avLst/>
          </a:prstGeom>
          <a:noFill/>
        </p:spPr>
        <p:txBody>
          <a:bodyPr wrap="square" rtlCol="0">
            <a:spAutoFit/>
          </a:bodyPr>
          <a:lstStyle/>
          <a:p>
            <a:r>
              <a:rPr lang="en-US" sz="1400" i="1">
                <a:hlinkClick r:id="rId4"/>
              </a:rPr>
              <a:t>gcamfaostat</a:t>
            </a:r>
            <a:r>
              <a:rPr lang="en-US" sz="1400" i="1"/>
              <a:t>; FAOSTAT </a:t>
            </a:r>
          </a:p>
        </p:txBody>
      </p:sp>
    </p:spTree>
    <p:extLst>
      <p:ext uri="{BB962C8B-B14F-4D97-AF65-F5344CB8AC3E}">
        <p14:creationId xmlns:p14="http://schemas.microsoft.com/office/powerpoint/2010/main" val="154829144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D33FCC-F8B4-4B50-85E6-34C0F16A2417}"/>
              </a:ext>
            </a:extLst>
          </p:cNvPr>
          <p:cNvSpPr>
            <a:spLocks noGrp="1"/>
          </p:cNvSpPr>
          <p:nvPr>
            <p:ph type="sldNum" sz="quarter" idx="12"/>
          </p:nvPr>
        </p:nvSpPr>
        <p:spPr/>
        <p:txBody>
          <a:bodyPr/>
          <a:lstStyle/>
          <a:p>
            <a:fld id="{FE7A4BB3-E848-5A44-82DF-322201952CD8}" type="slidenum">
              <a:rPr lang="en-US" smtClean="0"/>
              <a:pPr/>
              <a:t>35</a:t>
            </a:fld>
            <a:endParaRPr lang="en-US"/>
          </a:p>
        </p:txBody>
      </p:sp>
      <p:pic>
        <p:nvPicPr>
          <p:cNvPr id="6" name="Content Placeholder 5">
            <a:extLst>
              <a:ext uri="{FF2B5EF4-FFF2-40B4-BE49-F238E27FC236}">
                <a16:creationId xmlns:a16="http://schemas.microsoft.com/office/drawing/2014/main" id="{4891AEB5-110F-4522-A3F5-F6861FC10CBC}"/>
              </a:ext>
            </a:extLst>
          </p:cNvPr>
          <p:cNvPicPr>
            <a:picLocks noGrp="1" noChangeAspect="1"/>
          </p:cNvPicPr>
          <p:nvPr>
            <p:ph sz="quarter" idx="20"/>
          </p:nvPr>
        </p:nvPicPr>
        <p:blipFill>
          <a:blip r:embed="rId2"/>
          <a:srcRect/>
          <a:stretch/>
        </p:blipFill>
        <p:spPr>
          <a:xfrm>
            <a:off x="986293" y="45723"/>
            <a:ext cx="11048997" cy="7955277"/>
          </a:xfrm>
        </p:spPr>
      </p:pic>
      <p:sp>
        <p:nvSpPr>
          <p:cNvPr id="4" name="Title 2">
            <a:extLst>
              <a:ext uri="{FF2B5EF4-FFF2-40B4-BE49-F238E27FC236}">
                <a16:creationId xmlns:a16="http://schemas.microsoft.com/office/drawing/2014/main" id="{5F3092C5-2CC5-237A-9B3F-9DAA8D49D0D6}"/>
              </a:ext>
            </a:extLst>
          </p:cNvPr>
          <p:cNvSpPr txBox="1">
            <a:spLocks/>
          </p:cNvSpPr>
          <p:nvPr/>
        </p:nvSpPr>
        <p:spPr>
          <a:xfrm>
            <a:off x="12207818" y="497711"/>
            <a:ext cx="2239701" cy="2245489"/>
          </a:xfrm>
          <a:prstGeom prst="rect">
            <a:avLst/>
          </a:prstGeom>
        </p:spPr>
        <p:txBody>
          <a:bodyPr lIns="0" anchor="b"/>
          <a:lstStyle>
            <a:lvl1pPr algn="l" defTabSz="1097280" rtl="0" eaLnBrk="1" latinLnBrk="0" hangingPunct="1">
              <a:lnSpc>
                <a:spcPct val="90000"/>
              </a:lnSpc>
              <a:spcBef>
                <a:spcPct val="0"/>
              </a:spcBef>
              <a:buNone/>
              <a:defRPr lang="en-US" sz="3600" b="1" kern="1200" dirty="0">
                <a:solidFill>
                  <a:srgbClr val="040101"/>
                </a:solidFill>
                <a:latin typeface="Arial" panose="020B0604020202020204" pitchFamily="34" charset="0"/>
                <a:ea typeface="+mn-ea"/>
                <a:cs typeface="Arial" panose="020B0604020202020204" pitchFamily="34" charset="0"/>
              </a:defRPr>
            </a:lvl1pPr>
          </a:lstStyle>
          <a:p>
            <a:r>
              <a:rPr lang="en-US">
                <a:latin typeface="+mj-lt"/>
                <a:ea typeface="Calibri" panose="020F0502020204030204" pitchFamily="34" charset="0"/>
                <a:cs typeface="Times New Roman" panose="02020603050405020304" pitchFamily="18" charset="0"/>
              </a:rPr>
              <a:t>Per capita food calorie supply</a:t>
            </a:r>
            <a:endParaRPr lang="en-US"/>
          </a:p>
        </p:txBody>
      </p:sp>
      <p:sp>
        <p:nvSpPr>
          <p:cNvPr id="5" name="Title 2">
            <a:extLst>
              <a:ext uri="{FF2B5EF4-FFF2-40B4-BE49-F238E27FC236}">
                <a16:creationId xmlns:a16="http://schemas.microsoft.com/office/drawing/2014/main" id="{3A4E3DB0-CB5E-A4FA-2709-C648FE726217}"/>
              </a:ext>
            </a:extLst>
          </p:cNvPr>
          <p:cNvSpPr txBox="1">
            <a:spLocks/>
          </p:cNvSpPr>
          <p:nvPr/>
        </p:nvSpPr>
        <p:spPr>
          <a:xfrm>
            <a:off x="182881" y="259229"/>
            <a:ext cx="2239701" cy="1634431"/>
          </a:xfrm>
          <a:prstGeom prst="rect">
            <a:avLst/>
          </a:prstGeom>
        </p:spPr>
        <p:txBody>
          <a:bodyPr lIns="0" anchor="b"/>
          <a:lstStyle>
            <a:lvl1pPr algn="l" defTabSz="1097280" rtl="0" eaLnBrk="1" latinLnBrk="0" hangingPunct="1">
              <a:lnSpc>
                <a:spcPct val="90000"/>
              </a:lnSpc>
              <a:spcBef>
                <a:spcPct val="0"/>
              </a:spcBef>
              <a:buNone/>
              <a:defRPr lang="en-US" sz="3600" b="1" kern="1200" dirty="0">
                <a:solidFill>
                  <a:srgbClr val="040101"/>
                </a:solidFill>
                <a:latin typeface="Arial" panose="020B0604020202020204" pitchFamily="34" charset="0"/>
                <a:ea typeface="+mn-ea"/>
                <a:cs typeface="Arial" panose="020B0604020202020204" pitchFamily="34" charset="0"/>
              </a:defRPr>
            </a:lvl1pPr>
          </a:lstStyle>
          <a:p>
            <a:r>
              <a:rPr lang="en-US" sz="2800" i="1">
                <a:solidFill>
                  <a:srgbClr val="C00000"/>
                </a:solidFill>
                <a:latin typeface="+mj-lt"/>
                <a:ea typeface="Calibri" panose="020F0502020204030204" pitchFamily="34" charset="0"/>
                <a:cs typeface="Times New Roman" panose="02020603050405020304" pitchFamily="18" charset="0"/>
              </a:rPr>
              <a:t>3500 kcal/ca/day</a:t>
            </a:r>
            <a:endParaRPr lang="en-US" sz="2800" i="1">
              <a:solidFill>
                <a:srgbClr val="C00000"/>
              </a:solidFill>
            </a:endParaRPr>
          </a:p>
        </p:txBody>
      </p:sp>
      <p:sp>
        <p:nvSpPr>
          <p:cNvPr id="7" name="Title 2">
            <a:extLst>
              <a:ext uri="{FF2B5EF4-FFF2-40B4-BE49-F238E27FC236}">
                <a16:creationId xmlns:a16="http://schemas.microsoft.com/office/drawing/2014/main" id="{BD292E7E-5BE2-0B19-BF8F-D7B1D137286E}"/>
              </a:ext>
            </a:extLst>
          </p:cNvPr>
          <p:cNvSpPr txBox="1">
            <a:spLocks/>
          </p:cNvSpPr>
          <p:nvPr/>
        </p:nvSpPr>
        <p:spPr>
          <a:xfrm>
            <a:off x="12067569" y="6218994"/>
            <a:ext cx="2239701" cy="1634431"/>
          </a:xfrm>
          <a:prstGeom prst="rect">
            <a:avLst/>
          </a:prstGeom>
        </p:spPr>
        <p:txBody>
          <a:bodyPr lIns="0" anchor="b"/>
          <a:lstStyle>
            <a:lvl1pPr algn="l" defTabSz="1097280" rtl="0" eaLnBrk="1" latinLnBrk="0" hangingPunct="1">
              <a:lnSpc>
                <a:spcPct val="90000"/>
              </a:lnSpc>
              <a:spcBef>
                <a:spcPct val="0"/>
              </a:spcBef>
              <a:buNone/>
              <a:defRPr lang="en-US" sz="3600" b="1" kern="1200" dirty="0">
                <a:solidFill>
                  <a:srgbClr val="040101"/>
                </a:solidFill>
                <a:latin typeface="Arial" panose="020B0604020202020204" pitchFamily="34" charset="0"/>
                <a:ea typeface="+mn-ea"/>
                <a:cs typeface="Arial" panose="020B0604020202020204" pitchFamily="34" charset="0"/>
              </a:defRPr>
            </a:lvl1pPr>
          </a:lstStyle>
          <a:p>
            <a:r>
              <a:rPr lang="en-US" sz="2800" i="1">
                <a:solidFill>
                  <a:srgbClr val="C00000"/>
                </a:solidFill>
                <a:latin typeface="+mj-lt"/>
                <a:ea typeface="Calibri" panose="020F0502020204030204" pitchFamily="34" charset="0"/>
                <a:cs typeface="Times New Roman" panose="02020603050405020304" pitchFamily="18" charset="0"/>
              </a:rPr>
              <a:t>2500 kcal/ca/day</a:t>
            </a:r>
            <a:endParaRPr lang="en-US" sz="2800" i="1">
              <a:solidFill>
                <a:srgbClr val="C00000"/>
              </a:solidFill>
            </a:endParaRPr>
          </a:p>
        </p:txBody>
      </p:sp>
      <p:sp>
        <p:nvSpPr>
          <p:cNvPr id="8" name="TextBox 7">
            <a:extLst>
              <a:ext uri="{FF2B5EF4-FFF2-40B4-BE49-F238E27FC236}">
                <a16:creationId xmlns:a16="http://schemas.microsoft.com/office/drawing/2014/main" id="{FB110874-5A76-A402-56A4-6203E056C9D9}"/>
              </a:ext>
            </a:extLst>
          </p:cNvPr>
          <p:cNvSpPr txBox="1"/>
          <p:nvPr/>
        </p:nvSpPr>
        <p:spPr>
          <a:xfrm>
            <a:off x="11767930" y="7921823"/>
            <a:ext cx="2723321" cy="307777"/>
          </a:xfrm>
          <a:prstGeom prst="rect">
            <a:avLst/>
          </a:prstGeom>
          <a:noFill/>
        </p:spPr>
        <p:txBody>
          <a:bodyPr wrap="square" rtlCol="0">
            <a:spAutoFit/>
          </a:bodyPr>
          <a:lstStyle/>
          <a:p>
            <a:r>
              <a:rPr lang="en-US" sz="1400" i="1">
                <a:hlinkClick r:id="rId3"/>
              </a:rPr>
              <a:t>gcamfaostat</a:t>
            </a:r>
            <a:r>
              <a:rPr lang="en-US" sz="1400" i="1"/>
              <a:t>; FAOSTAT </a:t>
            </a:r>
          </a:p>
        </p:txBody>
      </p:sp>
    </p:spTree>
    <p:extLst>
      <p:ext uri="{BB962C8B-B14F-4D97-AF65-F5344CB8AC3E}">
        <p14:creationId xmlns:p14="http://schemas.microsoft.com/office/powerpoint/2010/main" val="142670562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Agricultural System: Calibration</a:t>
            </a:r>
          </a:p>
        </p:txBody>
      </p:sp>
      <p:sp>
        <p:nvSpPr>
          <p:cNvPr id="3" name="Content Placeholder 2"/>
          <p:cNvSpPr>
            <a:spLocks noGrp="1"/>
          </p:cNvSpPr>
          <p:nvPr>
            <p:ph sz="quarter" idx="20"/>
          </p:nvPr>
        </p:nvSpPr>
        <p:spPr/>
        <p:txBody>
          <a:bodyPr lIns="91440" tIns="45720" rIns="91440" bIns="45720" anchor="t">
            <a:normAutofit/>
          </a:bodyPr>
          <a:lstStyle/>
          <a:p>
            <a:r>
              <a:rPr lang="en-US">
                <a:latin typeface="+mj-lt"/>
                <a:cs typeface="Calibri"/>
              </a:rPr>
              <a:t>As with all GCAM sectors and activities, GCAM functions in the agriculture and land use system are calibrated to historical values.</a:t>
            </a:r>
          </a:p>
          <a:p>
            <a:endParaRPr lang="en-US">
              <a:latin typeface="+mj-lt"/>
              <a:cs typeface="Calibri"/>
            </a:endParaRPr>
          </a:p>
          <a:p>
            <a:r>
              <a:rPr lang="en-US">
                <a:latin typeface="+mj-lt"/>
                <a:cs typeface="Calibri"/>
              </a:rPr>
              <a:t>Base year</a:t>
            </a:r>
          </a:p>
          <a:p>
            <a:pPr lvl="1"/>
            <a:r>
              <a:rPr lang="en-US" sz="2600">
                <a:latin typeface="+mj-lt"/>
                <a:cs typeface="Calibri"/>
              </a:rPr>
              <a:t>E.g., last base year 2021 (2020-2022) </a:t>
            </a:r>
            <a:endParaRPr lang="en-US" sz="2600"/>
          </a:p>
          <a:p>
            <a:pPr lvl="1"/>
            <a:endParaRPr lang="en-US" sz="2600">
              <a:latin typeface="+mj-lt"/>
              <a:cs typeface="Calibri"/>
            </a:endParaRPr>
          </a:p>
          <a:p>
            <a:r>
              <a:rPr lang="en-US" sz="3000">
                <a:latin typeface="+mj-lt"/>
                <a:cs typeface="Calibri"/>
              </a:rPr>
              <a:t>Solve the modeling in calibration mode to determine calibration parameters</a:t>
            </a:r>
            <a:endParaRPr lang="en-US" sz="3000">
              <a:cs typeface="Calibri"/>
            </a:endParaRPr>
          </a:p>
          <a:p>
            <a:pPr lvl="1"/>
            <a:r>
              <a:rPr lang="en-US" sz="2600">
                <a:latin typeface="+mj-lt"/>
                <a:cs typeface="Arial"/>
              </a:rPr>
              <a:t>Regional crop and forest production, demand, land allocation, irrigation water, fertilizer demand, crop and forest product trade, as well as other inter-industry demands and technology choices are all calibrated.</a:t>
            </a:r>
          </a:p>
          <a:p>
            <a:pPr lvl="1"/>
            <a:r>
              <a:rPr lang="en-US" sz="2600">
                <a:latin typeface="+mj-lt"/>
                <a:cs typeface="Calibri"/>
              </a:rPr>
              <a:t>Then the model reproduces that Base Year exactly.</a:t>
            </a:r>
            <a:endParaRPr lang="en-US" sz="2600"/>
          </a:p>
          <a:p>
            <a:endParaRPr lang="en-US">
              <a:latin typeface="+mj-lt"/>
              <a:cs typeface="Calibri"/>
            </a:endParaRPr>
          </a:p>
        </p:txBody>
      </p:sp>
    </p:spTree>
    <p:extLst>
      <p:ext uri="{BB962C8B-B14F-4D97-AF65-F5344CB8AC3E}">
        <p14:creationId xmlns:p14="http://schemas.microsoft.com/office/powerpoint/2010/main" val="381889912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84C22-F261-5038-AC3D-7DAC1801D34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209F7E2-64BA-6A98-6181-3A34E48A217A}"/>
              </a:ext>
            </a:extLst>
          </p:cNvPr>
          <p:cNvSpPr>
            <a:spLocks noGrp="1"/>
          </p:cNvSpPr>
          <p:nvPr>
            <p:ph type="sldNum" sz="quarter" idx="12"/>
          </p:nvPr>
        </p:nvSpPr>
        <p:spPr/>
        <p:txBody>
          <a:bodyPr/>
          <a:lstStyle/>
          <a:p>
            <a:fld id="{FE7A4BB3-E848-5A44-82DF-322201952CD8}" type="slidenum">
              <a:rPr lang="en-US" smtClean="0"/>
              <a:pPr/>
              <a:t>37</a:t>
            </a:fld>
            <a:endParaRPr lang="en-US"/>
          </a:p>
        </p:txBody>
      </p:sp>
      <p:sp>
        <p:nvSpPr>
          <p:cNvPr id="3" name="Title 2">
            <a:extLst>
              <a:ext uri="{FF2B5EF4-FFF2-40B4-BE49-F238E27FC236}">
                <a16:creationId xmlns:a16="http://schemas.microsoft.com/office/drawing/2014/main" id="{022A039F-7BE4-CE15-E867-2F14EE80D097}"/>
              </a:ext>
            </a:extLst>
          </p:cNvPr>
          <p:cNvSpPr txBox="1">
            <a:spLocks/>
          </p:cNvSpPr>
          <p:nvPr/>
        </p:nvSpPr>
        <p:spPr>
          <a:xfrm>
            <a:off x="3200400" y="372234"/>
            <a:ext cx="10972800" cy="1087418"/>
          </a:xfrm>
          <a:prstGeom prst="rect">
            <a:avLst/>
          </a:prstGeom>
        </p:spPr>
        <p:txBody>
          <a:bodyPr lIns="91440" tIns="45720" rIns="91440" bIns="45720" anchor="t"/>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r>
              <a:rPr lang="en-US" sz="3600" b="1">
                <a:solidFill>
                  <a:schemeClr val="tx2"/>
                </a:solidFill>
                <a:latin typeface="Arial"/>
                <a:ea typeface="+mn-ea"/>
                <a:cs typeface="Arial"/>
              </a:rPr>
              <a:t>Multisectoral Linkages: Agri-food economics</a:t>
            </a:r>
          </a:p>
        </p:txBody>
      </p:sp>
      <p:sp>
        <p:nvSpPr>
          <p:cNvPr id="4" name="TextBox 3">
            <a:extLst>
              <a:ext uri="{FF2B5EF4-FFF2-40B4-BE49-F238E27FC236}">
                <a16:creationId xmlns:a16="http://schemas.microsoft.com/office/drawing/2014/main" id="{4BFE5721-1A48-B74F-B14C-3263A77C16D5}"/>
              </a:ext>
            </a:extLst>
          </p:cNvPr>
          <p:cNvSpPr txBox="1"/>
          <p:nvPr/>
        </p:nvSpPr>
        <p:spPr>
          <a:xfrm>
            <a:off x="1386013" y="7486541"/>
            <a:ext cx="5347616" cy="757130"/>
          </a:xfrm>
          <a:prstGeom prst="rect">
            <a:avLst/>
          </a:prstGeom>
          <a:noFill/>
        </p:spPr>
        <p:txBody>
          <a:bodyPr wrap="square" lIns="91440" tIns="45720" rIns="91440" bIns="45720" rtlCol="0" anchor="t">
            <a:spAutoFit/>
          </a:bodyPr>
          <a:lstStyle/>
          <a:p>
            <a:pPr marL="342900" indent="-342900">
              <a:buFont typeface="Arial" panose="020B0604020202020204" pitchFamily="34" charset="0"/>
              <a:buChar char="•"/>
            </a:pPr>
            <a:r>
              <a:rPr lang="en-US" sz="2150"/>
              <a:t>Physical flows and value flows</a:t>
            </a:r>
            <a:endParaRPr lang="en-US"/>
          </a:p>
          <a:p>
            <a:pPr marL="342900" indent="-342900">
              <a:buFont typeface="Arial" panose="020B0604020202020204" pitchFamily="34" charset="0"/>
              <a:buChar char="•"/>
            </a:pPr>
            <a:r>
              <a:rPr lang="en-US" sz="2150"/>
              <a:t>Endogenous vs. exogenous variables?</a:t>
            </a:r>
            <a:endParaRPr lang="en-US" sz="2150">
              <a:cs typeface="Arial"/>
            </a:endParaRPr>
          </a:p>
        </p:txBody>
      </p:sp>
      <p:pic>
        <p:nvPicPr>
          <p:cNvPr id="5" name="Picture 4">
            <a:extLst>
              <a:ext uri="{FF2B5EF4-FFF2-40B4-BE49-F238E27FC236}">
                <a16:creationId xmlns:a16="http://schemas.microsoft.com/office/drawing/2014/main" id="{FE7A00D4-D5DC-0FCD-EB39-B4DD3E56DD4C}"/>
              </a:ext>
            </a:extLst>
          </p:cNvPr>
          <p:cNvPicPr>
            <a:picLocks noChangeAspect="1"/>
          </p:cNvPicPr>
          <p:nvPr/>
        </p:nvPicPr>
        <p:blipFill>
          <a:blip r:embed="rId2"/>
          <a:stretch>
            <a:fillRect/>
          </a:stretch>
        </p:blipFill>
        <p:spPr>
          <a:xfrm>
            <a:off x="1294477" y="1644963"/>
            <a:ext cx="12619814" cy="5755123"/>
          </a:xfrm>
          <a:prstGeom prst="rect">
            <a:avLst/>
          </a:prstGeom>
        </p:spPr>
      </p:pic>
    </p:spTree>
    <p:extLst>
      <p:ext uri="{BB962C8B-B14F-4D97-AF65-F5344CB8AC3E}">
        <p14:creationId xmlns:p14="http://schemas.microsoft.com/office/powerpoint/2010/main" val="306900318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20E01-F9BE-DEC9-9CA1-20E60578931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91BFEF-D749-D845-2B7D-3C31CEA29F08}"/>
              </a:ext>
            </a:extLst>
          </p:cNvPr>
          <p:cNvSpPr>
            <a:spLocks noGrp="1"/>
          </p:cNvSpPr>
          <p:nvPr>
            <p:ph type="sldNum" sz="quarter" idx="12"/>
          </p:nvPr>
        </p:nvSpPr>
        <p:spPr/>
        <p:txBody>
          <a:bodyPr/>
          <a:lstStyle/>
          <a:p>
            <a:fld id="{FE7A4BB3-E848-5A44-82DF-322201952CD8}" type="slidenum">
              <a:rPr lang="en-US" smtClean="0"/>
              <a:pPr/>
              <a:t>38</a:t>
            </a:fld>
            <a:endParaRPr lang="en-US"/>
          </a:p>
        </p:txBody>
      </p:sp>
      <p:sp>
        <p:nvSpPr>
          <p:cNvPr id="3" name="Title 2">
            <a:extLst>
              <a:ext uri="{FF2B5EF4-FFF2-40B4-BE49-F238E27FC236}">
                <a16:creationId xmlns:a16="http://schemas.microsoft.com/office/drawing/2014/main" id="{6C600DBE-175A-EB6C-DAFF-DA86FEB407EF}"/>
              </a:ext>
            </a:extLst>
          </p:cNvPr>
          <p:cNvSpPr txBox="1">
            <a:spLocks/>
          </p:cNvSpPr>
          <p:nvPr/>
        </p:nvSpPr>
        <p:spPr>
          <a:xfrm>
            <a:off x="3200400" y="372234"/>
            <a:ext cx="10972800" cy="1087418"/>
          </a:xfrm>
          <a:prstGeom prst="rect">
            <a:avLst/>
          </a:prstGeom>
        </p:spPr>
        <p:txBody>
          <a:bodyPr lIns="91440" tIns="45720" rIns="91440" bIns="45720" anchor="t"/>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r>
              <a:rPr lang="en-US" sz="3600" b="1">
                <a:solidFill>
                  <a:schemeClr val="tx2"/>
                </a:solidFill>
                <a:latin typeface="Arial"/>
                <a:ea typeface="+mn-ea"/>
                <a:cs typeface="Arial"/>
              </a:rPr>
              <a:t>Multisectoral Linkages: Agri-food economics</a:t>
            </a:r>
          </a:p>
          <a:p>
            <a:r>
              <a:rPr lang="en-US" sz="3600" b="1">
                <a:solidFill>
                  <a:schemeClr val="tx2"/>
                </a:solidFill>
                <a:latin typeface="Arial" panose="020B0604020202020204" pitchFamily="34" charset="0"/>
                <a:ea typeface="+mn-ea"/>
                <a:cs typeface="Arial" panose="020B0604020202020204" pitchFamily="34" charset="0"/>
              </a:rPr>
              <a:t>+ Energy &amp; Water</a:t>
            </a:r>
          </a:p>
        </p:txBody>
      </p:sp>
      <p:sp>
        <p:nvSpPr>
          <p:cNvPr id="4" name="TextBox 3">
            <a:extLst>
              <a:ext uri="{FF2B5EF4-FFF2-40B4-BE49-F238E27FC236}">
                <a16:creationId xmlns:a16="http://schemas.microsoft.com/office/drawing/2014/main" id="{66F8B5CD-8D2E-7ACE-9546-F5D593EEAA0E}"/>
              </a:ext>
            </a:extLst>
          </p:cNvPr>
          <p:cNvSpPr txBox="1"/>
          <p:nvPr/>
        </p:nvSpPr>
        <p:spPr>
          <a:xfrm>
            <a:off x="1294477" y="7432634"/>
            <a:ext cx="7214290" cy="757130"/>
          </a:xfrm>
          <a:prstGeom prst="rect">
            <a:avLst/>
          </a:prstGeom>
          <a:noFill/>
        </p:spPr>
        <p:txBody>
          <a:bodyPr wrap="square" rtlCol="0">
            <a:spAutoFit/>
          </a:bodyPr>
          <a:lstStyle/>
          <a:p>
            <a:pPr marL="342900" indent="-342900">
              <a:buFont typeface="Arial" panose="020B0604020202020204" pitchFamily="34" charset="0"/>
              <a:buChar char="•"/>
            </a:pPr>
            <a:r>
              <a:rPr lang="en-US"/>
              <a:t>Energy demand in production &amp; bioenergy supply</a:t>
            </a:r>
          </a:p>
          <a:p>
            <a:pPr marL="342900" indent="-342900">
              <a:buFont typeface="Arial" panose="020B0604020202020204" pitchFamily="34" charset="0"/>
              <a:buChar char="•"/>
            </a:pPr>
            <a:r>
              <a:rPr lang="en-US"/>
              <a:t>Water demand</a:t>
            </a:r>
          </a:p>
        </p:txBody>
      </p:sp>
      <p:pic>
        <p:nvPicPr>
          <p:cNvPr id="5" name="Picture 4">
            <a:extLst>
              <a:ext uri="{FF2B5EF4-FFF2-40B4-BE49-F238E27FC236}">
                <a16:creationId xmlns:a16="http://schemas.microsoft.com/office/drawing/2014/main" id="{58220903-AAE1-3B9E-978B-C7AC57CFE4AE}"/>
              </a:ext>
            </a:extLst>
          </p:cNvPr>
          <p:cNvPicPr>
            <a:picLocks noChangeAspect="1"/>
          </p:cNvPicPr>
          <p:nvPr/>
        </p:nvPicPr>
        <p:blipFill>
          <a:blip r:embed="rId2"/>
          <a:stretch>
            <a:fillRect/>
          </a:stretch>
        </p:blipFill>
        <p:spPr>
          <a:xfrm>
            <a:off x="1294477" y="1644963"/>
            <a:ext cx="12619814" cy="5755123"/>
          </a:xfrm>
          <a:prstGeom prst="rect">
            <a:avLst/>
          </a:prstGeom>
        </p:spPr>
      </p:pic>
      <p:sp>
        <p:nvSpPr>
          <p:cNvPr id="8" name="Oval 7">
            <a:extLst>
              <a:ext uri="{FF2B5EF4-FFF2-40B4-BE49-F238E27FC236}">
                <a16:creationId xmlns:a16="http://schemas.microsoft.com/office/drawing/2014/main" id="{F80F28FF-E708-3EE0-3018-E162EE005443}"/>
              </a:ext>
            </a:extLst>
          </p:cNvPr>
          <p:cNvSpPr/>
          <p:nvPr/>
        </p:nvSpPr>
        <p:spPr>
          <a:xfrm>
            <a:off x="10782871" y="5893920"/>
            <a:ext cx="365760" cy="365760"/>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800" b="1" i="1">
                <a:solidFill>
                  <a:srgbClr val="0070C0"/>
                </a:solidFill>
                <a:cs typeface="Arial"/>
              </a:rPr>
              <a:t>E</a:t>
            </a:r>
            <a:endParaRPr lang="en-US" sz="1800"/>
          </a:p>
        </p:txBody>
      </p:sp>
      <p:sp>
        <p:nvSpPr>
          <p:cNvPr id="9" name="Oval 8">
            <a:extLst>
              <a:ext uri="{FF2B5EF4-FFF2-40B4-BE49-F238E27FC236}">
                <a16:creationId xmlns:a16="http://schemas.microsoft.com/office/drawing/2014/main" id="{CD7351FD-E42A-DE43-CDDF-65D32AF6E1BA}"/>
              </a:ext>
            </a:extLst>
          </p:cNvPr>
          <p:cNvSpPr/>
          <p:nvPr/>
        </p:nvSpPr>
        <p:spPr>
          <a:xfrm>
            <a:off x="11507801" y="3873137"/>
            <a:ext cx="365760" cy="365760"/>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i="1">
                <a:solidFill>
                  <a:srgbClr val="0070C0"/>
                </a:solidFill>
              </a:rPr>
              <a:t>E</a:t>
            </a:r>
          </a:p>
        </p:txBody>
      </p:sp>
      <p:sp>
        <p:nvSpPr>
          <p:cNvPr id="10" name="Oval 9">
            <a:extLst>
              <a:ext uri="{FF2B5EF4-FFF2-40B4-BE49-F238E27FC236}">
                <a16:creationId xmlns:a16="http://schemas.microsoft.com/office/drawing/2014/main" id="{9D40AE64-2D34-C52B-EAD8-390E86696207}"/>
              </a:ext>
            </a:extLst>
          </p:cNvPr>
          <p:cNvSpPr/>
          <p:nvPr/>
        </p:nvSpPr>
        <p:spPr>
          <a:xfrm>
            <a:off x="5994189" y="3898146"/>
            <a:ext cx="365760" cy="365760"/>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i="1">
                <a:solidFill>
                  <a:srgbClr val="0070C0"/>
                </a:solidFill>
              </a:rPr>
              <a:t>E</a:t>
            </a:r>
          </a:p>
        </p:txBody>
      </p:sp>
    </p:spTree>
    <p:extLst>
      <p:ext uri="{BB962C8B-B14F-4D97-AF65-F5344CB8AC3E}">
        <p14:creationId xmlns:p14="http://schemas.microsoft.com/office/powerpoint/2010/main" val="52629972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51736-1E61-E689-6E15-38F7162632F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F001D6-3EAB-8B28-1761-9FCF1D4B7213}"/>
              </a:ext>
            </a:extLst>
          </p:cNvPr>
          <p:cNvSpPr>
            <a:spLocks noGrp="1"/>
          </p:cNvSpPr>
          <p:nvPr>
            <p:ph type="sldNum" sz="quarter" idx="12"/>
          </p:nvPr>
        </p:nvSpPr>
        <p:spPr/>
        <p:txBody>
          <a:bodyPr/>
          <a:lstStyle/>
          <a:p>
            <a:fld id="{FE7A4BB3-E848-5A44-82DF-322201952CD8}" type="slidenum">
              <a:rPr lang="en-US" smtClean="0"/>
              <a:pPr/>
              <a:t>39</a:t>
            </a:fld>
            <a:endParaRPr lang="en-US"/>
          </a:p>
        </p:txBody>
      </p:sp>
      <p:sp>
        <p:nvSpPr>
          <p:cNvPr id="3" name="Title 2">
            <a:extLst>
              <a:ext uri="{FF2B5EF4-FFF2-40B4-BE49-F238E27FC236}">
                <a16:creationId xmlns:a16="http://schemas.microsoft.com/office/drawing/2014/main" id="{5CB1010B-7AF8-D421-B144-F0610ADA4DF1}"/>
              </a:ext>
            </a:extLst>
          </p:cNvPr>
          <p:cNvSpPr txBox="1">
            <a:spLocks/>
          </p:cNvSpPr>
          <p:nvPr/>
        </p:nvSpPr>
        <p:spPr>
          <a:xfrm>
            <a:off x="3200400" y="364143"/>
            <a:ext cx="10972800" cy="1095510"/>
          </a:xfrm>
          <a:prstGeom prst="rect">
            <a:avLst/>
          </a:prstGeom>
        </p:spPr>
        <p:txBody>
          <a:bodyPr lIns="91440" tIns="45720" rIns="91440" bIns="45720" anchor="t"/>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r>
              <a:rPr lang="en-US" sz="3600" b="1">
                <a:solidFill>
                  <a:schemeClr val="tx2"/>
                </a:solidFill>
                <a:latin typeface="Arial"/>
                <a:ea typeface="+mn-ea"/>
                <a:cs typeface="Arial"/>
              </a:rPr>
              <a:t>Multisectoral Linkages: Agri-food economics</a:t>
            </a:r>
          </a:p>
          <a:p>
            <a:r>
              <a:rPr lang="en-US" sz="3600" b="1">
                <a:solidFill>
                  <a:schemeClr val="tx2"/>
                </a:solidFill>
                <a:latin typeface="Arial" panose="020B0604020202020204" pitchFamily="34" charset="0"/>
                <a:ea typeface="+mn-ea"/>
                <a:cs typeface="Arial" panose="020B0604020202020204" pitchFamily="34" charset="0"/>
              </a:rPr>
              <a:t>+ Energy &amp; Water + Emissions</a:t>
            </a:r>
          </a:p>
        </p:txBody>
      </p:sp>
      <p:pic>
        <p:nvPicPr>
          <p:cNvPr id="6" name="Picture 5">
            <a:extLst>
              <a:ext uri="{FF2B5EF4-FFF2-40B4-BE49-F238E27FC236}">
                <a16:creationId xmlns:a16="http://schemas.microsoft.com/office/drawing/2014/main" id="{FB61A777-0D95-E0C3-A31D-5A1133269CD8}"/>
              </a:ext>
            </a:extLst>
          </p:cNvPr>
          <p:cNvPicPr>
            <a:picLocks noChangeAspect="1"/>
          </p:cNvPicPr>
          <p:nvPr/>
        </p:nvPicPr>
        <p:blipFill>
          <a:blip r:embed="rId2"/>
          <a:stretch>
            <a:fillRect/>
          </a:stretch>
        </p:blipFill>
        <p:spPr>
          <a:xfrm>
            <a:off x="1297490" y="1608624"/>
            <a:ext cx="12619814" cy="6047756"/>
          </a:xfrm>
          <a:prstGeom prst="rect">
            <a:avLst/>
          </a:prstGeom>
        </p:spPr>
      </p:pic>
      <p:sp>
        <p:nvSpPr>
          <p:cNvPr id="7" name="TextBox 6">
            <a:extLst>
              <a:ext uri="{FF2B5EF4-FFF2-40B4-BE49-F238E27FC236}">
                <a16:creationId xmlns:a16="http://schemas.microsoft.com/office/drawing/2014/main" id="{B12B3970-B623-E55F-80C3-E50B08F78DAA}"/>
              </a:ext>
            </a:extLst>
          </p:cNvPr>
          <p:cNvSpPr txBox="1"/>
          <p:nvPr/>
        </p:nvSpPr>
        <p:spPr>
          <a:xfrm>
            <a:off x="1513410" y="7661048"/>
            <a:ext cx="11603579" cy="400110"/>
          </a:xfrm>
          <a:prstGeom prst="rect">
            <a:avLst/>
          </a:prstGeom>
          <a:noFill/>
        </p:spPr>
        <p:txBody>
          <a:bodyPr wrap="square" rtlCol="0">
            <a:spAutoFit/>
          </a:bodyPr>
          <a:lstStyle/>
          <a:p>
            <a:r>
              <a:rPr lang="en-US" sz="2000"/>
              <a:t>Emissions and Earth system (hector) outcomes are dependent on economic outcomes.</a:t>
            </a:r>
          </a:p>
        </p:txBody>
      </p:sp>
    </p:spTree>
    <p:extLst>
      <p:ext uri="{BB962C8B-B14F-4D97-AF65-F5344CB8AC3E}">
        <p14:creationId xmlns:p14="http://schemas.microsoft.com/office/powerpoint/2010/main" val="144431280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0" y="270933"/>
            <a:ext cx="10972800" cy="991425"/>
          </a:xfrm>
        </p:spPr>
        <p:txBody>
          <a:bodyPr lIns="0" tIns="45720" rIns="91440" bIns="45720" anchor="b"/>
          <a:lstStyle/>
          <a:p>
            <a:r>
              <a:rPr lang="en-US">
                <a:latin typeface="Arial"/>
                <a:cs typeface="Arial"/>
              </a:rPr>
              <a:t>Land Use Change and Agricultural Emissions</a:t>
            </a:r>
          </a:p>
        </p:txBody>
      </p:sp>
      <p:sp>
        <p:nvSpPr>
          <p:cNvPr id="3" name="Content Placeholder 2"/>
          <p:cNvSpPr>
            <a:spLocks noGrp="1"/>
          </p:cNvSpPr>
          <p:nvPr>
            <p:ph sz="quarter" idx="20"/>
          </p:nvPr>
        </p:nvSpPr>
        <p:spPr>
          <a:xfrm>
            <a:off x="1371600" y="1699327"/>
            <a:ext cx="12801600" cy="5844473"/>
          </a:xfrm>
        </p:spPr>
        <p:txBody>
          <a:bodyPr lIns="91440" tIns="45720" rIns="91440" bIns="45720" anchor="t">
            <a:normAutofit fontScale="92500"/>
          </a:bodyPr>
          <a:lstStyle/>
          <a:p>
            <a:r>
              <a:rPr lang="en-US" sz="3200">
                <a:latin typeface="Arial"/>
                <a:cs typeface="Arial"/>
              </a:rPr>
              <a:t>Land use change emissions (anthropogenic)</a:t>
            </a:r>
          </a:p>
          <a:p>
            <a:pPr lvl="1"/>
            <a:r>
              <a:rPr lang="en-US" sz="2800">
                <a:latin typeface="Arial"/>
                <a:cs typeface="Arial"/>
              </a:rPr>
              <a:t>Namely, LULUCF or AFOLU CO2 emissions</a:t>
            </a:r>
          </a:p>
          <a:p>
            <a:pPr lvl="1"/>
            <a:r>
              <a:rPr lang="en-US" sz="2800">
                <a:latin typeface="Arial"/>
                <a:cs typeface="Arial"/>
              </a:rPr>
              <a:t>In a land unit (region-basin) in t compared to t-1</a:t>
            </a:r>
          </a:p>
          <a:p>
            <a:pPr lvl="2"/>
            <a:r>
              <a:rPr lang="en-US" sz="2400">
                <a:latin typeface="Arial"/>
                <a:cs typeface="Arial"/>
              </a:rPr>
              <a:t>If land has not changed in a period, no LULUCF from this period (could still be from historical change)</a:t>
            </a:r>
          </a:p>
          <a:p>
            <a:pPr lvl="2"/>
            <a:r>
              <a:rPr lang="en-US" sz="2400">
                <a:latin typeface="Arial"/>
                <a:cs typeface="Arial"/>
              </a:rPr>
              <a:t>If land is changed, we calculate both soil carbon changes and vegetative carbon changes.</a:t>
            </a:r>
          </a:p>
          <a:p>
            <a:endParaRPr lang="en-US" sz="3200">
              <a:solidFill>
                <a:schemeClr val="accent2"/>
              </a:solidFill>
              <a:latin typeface="Arial"/>
              <a:cs typeface="Arial"/>
            </a:endParaRPr>
          </a:p>
          <a:p>
            <a:r>
              <a:rPr lang="en-US" sz="3200">
                <a:latin typeface="Arial"/>
                <a:cs typeface="Arial"/>
              </a:rPr>
              <a:t>Agricultural emissions (</a:t>
            </a:r>
            <a:r>
              <a:rPr lang="pt-BR" sz="3200">
                <a:latin typeface="Arial"/>
                <a:cs typeface="Arial"/>
              </a:rPr>
              <a:t>CH4, N2O, </a:t>
            </a:r>
            <a:r>
              <a:rPr lang="pt-BR" sz="3200" err="1">
                <a:latin typeface="Arial"/>
                <a:cs typeface="Arial"/>
              </a:rPr>
              <a:t>NOx</a:t>
            </a:r>
            <a:r>
              <a:rPr lang="pt-BR" sz="3200">
                <a:latin typeface="Arial"/>
                <a:cs typeface="Arial"/>
              </a:rPr>
              <a:t>, SO2, </a:t>
            </a:r>
            <a:r>
              <a:rPr lang="pt-BR" sz="3200" err="1">
                <a:latin typeface="Arial"/>
                <a:cs typeface="Arial"/>
              </a:rPr>
              <a:t>VOCs</a:t>
            </a:r>
            <a:r>
              <a:rPr lang="pt-BR" sz="3200">
                <a:latin typeface="Arial"/>
                <a:cs typeface="Arial"/>
              </a:rPr>
              <a:t>, NH3</a:t>
            </a:r>
            <a:r>
              <a:rPr lang="en-US" sz="3200">
                <a:latin typeface="Arial"/>
                <a:cs typeface="Arial"/>
              </a:rPr>
              <a:t>)</a:t>
            </a:r>
          </a:p>
          <a:p>
            <a:pPr lvl="1"/>
            <a:r>
              <a:rPr lang="en-US" sz="2800">
                <a:latin typeface="Arial"/>
                <a:cs typeface="Arial"/>
              </a:rPr>
              <a:t>Base year values are calibrated to match the inventory (CEDS) </a:t>
            </a:r>
          </a:p>
          <a:p>
            <a:pPr lvl="1"/>
            <a:r>
              <a:rPr lang="en-US" sz="2800">
                <a:latin typeface="Arial"/>
                <a:cs typeface="Arial"/>
              </a:rPr>
              <a:t>Derive emissions factors (emissions per unit of activity) for all crops and animals, as well as some land sources (savannah burning, deforestation, forest fires)</a:t>
            </a:r>
            <a:endParaRPr lang="en-US"/>
          </a:p>
          <a:p>
            <a:pPr lvl="1"/>
            <a:r>
              <a:rPr lang="en-US" sz="2800">
                <a:latin typeface="Arial"/>
                <a:cs typeface="Arial"/>
              </a:rPr>
              <a:t>Future emission factors may be changing according to the EPA MAC curves.</a:t>
            </a:r>
          </a:p>
          <a:p>
            <a:endParaRPr lang="en-US" sz="3200">
              <a:solidFill>
                <a:schemeClr val="accent2"/>
              </a:solidFill>
              <a:latin typeface="Arial"/>
              <a:cs typeface="Arial"/>
            </a:endParaRPr>
          </a:p>
        </p:txBody>
      </p:sp>
    </p:spTree>
    <p:extLst>
      <p:ext uri="{BB962C8B-B14F-4D97-AF65-F5344CB8AC3E}">
        <p14:creationId xmlns:p14="http://schemas.microsoft.com/office/powerpoint/2010/main" val="305277268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5925FC-7D91-5CDA-CCC4-62B13DCFECD4}"/>
              </a:ext>
            </a:extLst>
          </p:cNvPr>
          <p:cNvSpPr>
            <a:spLocks noGrp="1"/>
          </p:cNvSpPr>
          <p:nvPr>
            <p:ph type="sldNum" sz="quarter" idx="12"/>
          </p:nvPr>
        </p:nvSpPr>
        <p:spPr/>
        <p:txBody>
          <a:bodyPr/>
          <a:lstStyle/>
          <a:p>
            <a:fld id="{FE7A4BB3-E848-5A44-82DF-322201952CD8}" type="slidenum">
              <a:rPr lang="en-US" smtClean="0"/>
              <a:pPr/>
              <a:t>41</a:t>
            </a:fld>
            <a:endParaRPr lang="en-US"/>
          </a:p>
        </p:txBody>
      </p:sp>
      <p:sp>
        <p:nvSpPr>
          <p:cNvPr id="3" name="Title 2">
            <a:extLst>
              <a:ext uri="{FF2B5EF4-FFF2-40B4-BE49-F238E27FC236}">
                <a16:creationId xmlns:a16="http://schemas.microsoft.com/office/drawing/2014/main" id="{DB1B278F-48A3-AFF3-EF6C-A83E46F4A64D}"/>
              </a:ext>
            </a:extLst>
          </p:cNvPr>
          <p:cNvSpPr>
            <a:spLocks noGrp="1"/>
          </p:cNvSpPr>
          <p:nvPr>
            <p:ph type="title"/>
          </p:nvPr>
        </p:nvSpPr>
        <p:spPr/>
        <p:txBody>
          <a:bodyPr/>
          <a:lstStyle/>
          <a:p>
            <a:r>
              <a:rPr lang="en-US"/>
              <a:t>Examples of some relevant questions</a:t>
            </a:r>
          </a:p>
        </p:txBody>
      </p:sp>
      <p:sp>
        <p:nvSpPr>
          <p:cNvPr id="4" name="Content Placeholder 3">
            <a:extLst>
              <a:ext uri="{FF2B5EF4-FFF2-40B4-BE49-F238E27FC236}">
                <a16:creationId xmlns:a16="http://schemas.microsoft.com/office/drawing/2014/main" id="{1F694F7A-157C-CB39-243E-F2054314F2BB}"/>
              </a:ext>
            </a:extLst>
          </p:cNvPr>
          <p:cNvSpPr>
            <a:spLocks noGrp="1"/>
          </p:cNvSpPr>
          <p:nvPr>
            <p:ph sz="quarter" idx="20"/>
          </p:nvPr>
        </p:nvSpPr>
        <p:spPr/>
        <p:txBody>
          <a:bodyPr lIns="91440" tIns="45720" rIns="91440" bIns="45720" anchor="t"/>
          <a:lstStyle/>
          <a:p>
            <a:r>
              <a:rPr lang="en-US" sz="2400">
                <a:latin typeface="Arial"/>
                <a:cs typeface="Arial"/>
              </a:rPr>
              <a:t>[</a:t>
            </a:r>
            <a:r>
              <a:rPr lang="en-US" sz="2400" b="1">
                <a:latin typeface="Arial"/>
                <a:cs typeface="Arial"/>
              </a:rPr>
              <a:t>Supply</a:t>
            </a:r>
            <a:r>
              <a:rPr lang="en-US" sz="2400">
                <a:latin typeface="Arial"/>
                <a:cs typeface="Arial"/>
              </a:rPr>
              <a:t>] Biophysical or policy shocks on agriculture (crop/livestock/forestry), e.g., yield, labor productivity, land protection, etc.</a:t>
            </a:r>
          </a:p>
          <a:p>
            <a:r>
              <a:rPr lang="en-US" sz="2400">
                <a:latin typeface="Arial"/>
                <a:cs typeface="Arial"/>
              </a:rPr>
              <a:t>[</a:t>
            </a:r>
            <a:r>
              <a:rPr lang="en-US" sz="2400" b="1">
                <a:latin typeface="Arial"/>
                <a:cs typeface="Arial"/>
              </a:rPr>
              <a:t>Demand</a:t>
            </a:r>
            <a:r>
              <a:rPr lang="en-US" sz="2400">
                <a:latin typeface="Arial"/>
                <a:cs typeface="Arial"/>
              </a:rPr>
              <a:t>] Bioenergy mandates, dietary change, &amp; food waste reduction</a:t>
            </a:r>
          </a:p>
          <a:p>
            <a:r>
              <a:rPr lang="en-US" sz="2400">
                <a:latin typeface="Arial"/>
                <a:cs typeface="Arial"/>
              </a:rPr>
              <a:t>[</a:t>
            </a:r>
            <a:r>
              <a:rPr lang="en-US" sz="2400" b="1">
                <a:latin typeface="Arial"/>
                <a:cs typeface="Arial"/>
              </a:rPr>
              <a:t>Trade</a:t>
            </a:r>
            <a:r>
              <a:rPr lang="en-US" sz="2400">
                <a:latin typeface="Arial"/>
                <a:cs typeface="Arial"/>
              </a:rPr>
              <a:t>] Globalization and trade disruption, e.g., market integration, trade bans, etc. </a:t>
            </a:r>
          </a:p>
          <a:p>
            <a:pPr lvl="1"/>
            <a:r>
              <a:rPr lang="en-US">
                <a:latin typeface="Arial"/>
                <a:cs typeface="Arial"/>
              </a:rPr>
              <a:t>Virtual water/land trade</a:t>
            </a:r>
          </a:p>
          <a:p>
            <a:r>
              <a:rPr lang="en-US" sz="2400">
                <a:latin typeface="Arial"/>
                <a:cs typeface="Arial"/>
              </a:rPr>
              <a:t>[</a:t>
            </a:r>
            <a:r>
              <a:rPr lang="en-US" sz="2400" b="1">
                <a:latin typeface="Arial"/>
                <a:cs typeface="Arial"/>
              </a:rPr>
              <a:t>Emissions</a:t>
            </a:r>
            <a:r>
              <a:rPr lang="en-US" sz="2400">
                <a:latin typeface="Arial"/>
                <a:cs typeface="Arial"/>
              </a:rPr>
              <a:t>] How food system emissions evolve and the drivers of them. </a:t>
            </a:r>
            <a:endParaRPr lang="en-US" sz="1500">
              <a:solidFill>
                <a:srgbClr val="000000"/>
              </a:solidFill>
              <a:latin typeface="Arial"/>
              <a:cs typeface="Arial"/>
            </a:endParaRPr>
          </a:p>
          <a:p>
            <a:pPr lvl="1"/>
            <a:r>
              <a:rPr lang="en-US">
                <a:latin typeface="Arial"/>
                <a:cs typeface="Arial"/>
              </a:rPr>
              <a:t>Potentials of </a:t>
            </a:r>
            <a:r>
              <a:rPr lang="en-US" err="1">
                <a:latin typeface="Arial"/>
                <a:cs typeface="Arial"/>
              </a:rPr>
              <a:t>af</a:t>
            </a:r>
            <a:r>
              <a:rPr lang="en-US">
                <a:latin typeface="Arial"/>
                <a:cs typeface="Arial"/>
              </a:rPr>
              <a:t>(re-)forestation and bioenergy in combination with carbon capture and storage</a:t>
            </a:r>
            <a:endParaRPr lang="en-US">
              <a:solidFill>
                <a:srgbClr val="000000"/>
              </a:solidFill>
              <a:latin typeface="Arial"/>
              <a:cs typeface="Arial"/>
            </a:endParaRPr>
          </a:p>
          <a:p>
            <a:r>
              <a:rPr lang="en-US" sz="2400">
                <a:latin typeface="Arial"/>
                <a:cs typeface="Arial"/>
              </a:rPr>
              <a:t>[</a:t>
            </a:r>
            <a:r>
              <a:rPr lang="en-US" sz="2400" b="1">
                <a:latin typeface="Arial"/>
                <a:cs typeface="Arial"/>
              </a:rPr>
              <a:t>Economics</a:t>
            </a:r>
            <a:r>
              <a:rPr lang="en-US" sz="2400">
                <a:latin typeface="Arial"/>
                <a:cs typeface="Arial"/>
              </a:rPr>
              <a:t>] Value chains along food and forest processing </a:t>
            </a:r>
          </a:p>
          <a:p>
            <a:r>
              <a:rPr lang="en-US" sz="2400">
                <a:latin typeface="Arial"/>
                <a:cs typeface="Arial"/>
              </a:rPr>
              <a:t>[</a:t>
            </a:r>
            <a:r>
              <a:rPr lang="en-US" sz="2400" b="1">
                <a:latin typeface="Arial"/>
                <a:cs typeface="Arial"/>
              </a:rPr>
              <a:t>SDG</a:t>
            </a:r>
            <a:r>
              <a:rPr lang="en-US" sz="2400">
                <a:latin typeface="Arial"/>
                <a:cs typeface="Arial"/>
              </a:rPr>
              <a:t>] How to feed 9 billion people in 2050 and MSD implications</a:t>
            </a:r>
          </a:p>
          <a:p>
            <a:endParaRPr lang="en-US" sz="2400"/>
          </a:p>
        </p:txBody>
      </p:sp>
    </p:spTree>
    <p:extLst>
      <p:ext uri="{BB962C8B-B14F-4D97-AF65-F5344CB8AC3E}">
        <p14:creationId xmlns:p14="http://schemas.microsoft.com/office/powerpoint/2010/main" val="65166444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GCAM Water Sector Modeling</a:t>
            </a:r>
          </a:p>
        </p:txBody>
      </p:sp>
    </p:spTree>
    <p:extLst>
      <p:ext uri="{BB962C8B-B14F-4D97-AF65-F5344CB8AC3E}">
        <p14:creationId xmlns:p14="http://schemas.microsoft.com/office/powerpoint/2010/main" val="36354765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7743" y="136959"/>
            <a:ext cx="10972800" cy="1310979"/>
          </a:xfrm>
        </p:spPr>
        <p:txBody>
          <a:bodyPr anchor="t"/>
          <a:lstStyle/>
          <a:p>
            <a:r>
              <a:rPr lang="en-US"/>
              <a:t>What’s inside the GCAM?</a:t>
            </a:r>
          </a:p>
        </p:txBody>
      </p:sp>
      <p:pic>
        <p:nvPicPr>
          <p:cNvPr id="4" name="Picture 3">
            <a:extLst>
              <a:ext uri="{FF2B5EF4-FFF2-40B4-BE49-F238E27FC236}">
                <a16:creationId xmlns:a16="http://schemas.microsoft.com/office/drawing/2014/main" id="{C1E0C2FF-6EBC-954B-BCB5-3DAED1752B14}"/>
              </a:ext>
            </a:extLst>
          </p:cNvPr>
          <p:cNvPicPr>
            <a:picLocks noChangeAspect="1"/>
          </p:cNvPicPr>
          <p:nvPr/>
        </p:nvPicPr>
        <p:blipFill>
          <a:blip r:embed="rId2"/>
          <a:stretch>
            <a:fillRect/>
          </a:stretch>
        </p:blipFill>
        <p:spPr>
          <a:xfrm>
            <a:off x="2628899" y="650651"/>
            <a:ext cx="10303329" cy="7441990"/>
          </a:xfrm>
          <a:prstGeom prst="rect">
            <a:avLst/>
          </a:prstGeom>
        </p:spPr>
      </p:pic>
      <p:sp>
        <p:nvSpPr>
          <p:cNvPr id="3" name="Rectangle 2">
            <a:extLst>
              <a:ext uri="{FF2B5EF4-FFF2-40B4-BE49-F238E27FC236}">
                <a16:creationId xmlns:a16="http://schemas.microsoft.com/office/drawing/2014/main" id="{8684197F-BCFB-1141-6851-E4E7F6117D59}"/>
              </a:ext>
            </a:extLst>
          </p:cNvPr>
          <p:cNvSpPr/>
          <p:nvPr/>
        </p:nvSpPr>
        <p:spPr>
          <a:xfrm>
            <a:off x="7015163" y="1447938"/>
            <a:ext cx="1385887" cy="1709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F87B7D7-9FBF-AD38-7F5C-F03B3F361CC7}"/>
              </a:ext>
            </a:extLst>
          </p:cNvPr>
          <p:cNvSpPr/>
          <p:nvPr/>
        </p:nvSpPr>
        <p:spPr>
          <a:xfrm>
            <a:off x="7015163" y="6129475"/>
            <a:ext cx="1385887" cy="1709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110040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65"/>
        <p:cNvGrpSpPr/>
        <p:nvPr/>
      </p:nvGrpSpPr>
      <p:grpSpPr>
        <a:xfrm>
          <a:off x="0" y="0"/>
          <a:ext cx="0" cy="0"/>
          <a:chOff x="0" y="0"/>
          <a:chExt cx="0" cy="0"/>
        </a:xfrm>
      </p:grpSpPr>
      <p:pic>
        <p:nvPicPr>
          <p:cNvPr id="1166" name="Google Shape;1166;p36" descr="Diagram&#10;&#10;Description automatically generated"/>
          <p:cNvPicPr preferRelativeResize="0"/>
          <p:nvPr/>
        </p:nvPicPr>
        <p:blipFill rotWithShape="1">
          <a:blip r:embed="rId3">
            <a:alphaModFix/>
          </a:blip>
          <a:srcRect/>
          <a:stretch/>
        </p:blipFill>
        <p:spPr>
          <a:xfrm>
            <a:off x="7836946" y="1276920"/>
            <a:ext cx="6583680" cy="6482416"/>
          </a:xfrm>
          <a:prstGeom prst="rect">
            <a:avLst/>
          </a:prstGeom>
          <a:noFill/>
          <a:ln>
            <a:noFill/>
          </a:ln>
        </p:spPr>
      </p:pic>
      <p:sp>
        <p:nvSpPr>
          <p:cNvPr id="1168" name="Google Shape;1168;p36"/>
          <p:cNvSpPr txBox="1">
            <a:spLocks noGrp="1"/>
          </p:cNvSpPr>
          <p:nvPr>
            <p:ph type="body" idx="4294967295"/>
          </p:nvPr>
        </p:nvSpPr>
        <p:spPr>
          <a:xfrm>
            <a:off x="1253583" y="1824174"/>
            <a:ext cx="6583363" cy="5999162"/>
          </a:xfrm>
          <a:prstGeom prst="rect">
            <a:avLst/>
          </a:prstGeom>
          <a:noFill/>
          <a:ln>
            <a:noFill/>
          </a:ln>
        </p:spPr>
        <p:txBody>
          <a:bodyPr spcFirstLastPara="1" wrap="square" lIns="109710" tIns="54840" rIns="109710" bIns="54840" anchor="t" anchorCtr="0">
            <a:normAutofit/>
          </a:bodyPr>
          <a:lstStyle/>
          <a:p>
            <a:pPr marL="274320" indent="-274320">
              <a:buSzPts val="2400"/>
            </a:pPr>
            <a:r>
              <a:rPr lang="en-US" sz="2880"/>
              <a:t>Energy, water, land and other system elements are </a:t>
            </a:r>
            <a:r>
              <a:rPr lang="en-US" sz="2880" i="1"/>
              <a:t>highly</a:t>
            </a:r>
            <a:r>
              <a:rPr lang="en-US" sz="2880"/>
              <a:t> interconnected</a:t>
            </a:r>
            <a:endParaRPr/>
          </a:p>
          <a:p>
            <a:pPr marL="274320" indent="-274320">
              <a:buSzPts val="2400"/>
            </a:pPr>
            <a:r>
              <a:rPr lang="en-US" sz="2880"/>
              <a:t>Humans produce more emissions, which alter climate, resulting in altered water availability and increasing energy system requirements</a:t>
            </a:r>
            <a:endParaRPr lang="en-US" sz="3200"/>
          </a:p>
          <a:p>
            <a:pPr marL="274320" indent="-274320">
              <a:spcBef>
                <a:spcPts val="0"/>
              </a:spcBef>
              <a:buSzPts val="2400"/>
            </a:pPr>
            <a:endParaRPr lang="en-US" sz="2880"/>
          </a:p>
          <a:p>
            <a:pPr marL="274320" indent="-274320">
              <a:spcBef>
                <a:spcPts val="0"/>
              </a:spcBef>
              <a:buSzPts val="2400"/>
            </a:pPr>
            <a:r>
              <a:rPr lang="en-US" sz="2880"/>
              <a:t>Population grows, demanding more energy, land for food, and water for the food and energy</a:t>
            </a:r>
            <a:endParaRPr lang="en-US" sz="3200"/>
          </a:p>
        </p:txBody>
      </p:sp>
      <p:sp>
        <p:nvSpPr>
          <p:cNvPr id="1169" name="Google Shape;1169;p36"/>
          <p:cNvSpPr txBox="1"/>
          <p:nvPr/>
        </p:nvSpPr>
        <p:spPr>
          <a:xfrm>
            <a:off x="9789460" y="7823336"/>
            <a:ext cx="3326264" cy="369283"/>
          </a:xfrm>
          <a:prstGeom prst="rect">
            <a:avLst/>
          </a:prstGeom>
          <a:noFill/>
          <a:ln>
            <a:noFill/>
          </a:ln>
        </p:spPr>
        <p:txBody>
          <a:bodyPr spcFirstLastPara="1" wrap="square" lIns="109710" tIns="54840" rIns="109710" bIns="54840" anchor="t" anchorCtr="0">
            <a:spAutoFit/>
          </a:bodyPr>
          <a:lstStyle/>
          <a:p>
            <a:r>
              <a:rPr lang="en-US" sz="1680">
                <a:solidFill>
                  <a:schemeClr val="dk1"/>
                </a:solidFill>
                <a:latin typeface="Arial"/>
                <a:ea typeface="Arial"/>
                <a:cs typeface="Arial"/>
                <a:sym typeface="Arial"/>
              </a:rPr>
              <a:t>Source: Clarke et al. (2018) </a:t>
            </a:r>
            <a:endParaRPr sz="2592"/>
          </a:p>
        </p:txBody>
      </p:sp>
      <p:sp>
        <p:nvSpPr>
          <p:cNvPr id="2" name="Title 1">
            <a:extLst>
              <a:ext uri="{FF2B5EF4-FFF2-40B4-BE49-F238E27FC236}">
                <a16:creationId xmlns:a16="http://schemas.microsoft.com/office/drawing/2014/main" id="{20AF194C-68D4-BEF6-EA54-E987803B34CC}"/>
              </a:ext>
            </a:extLst>
          </p:cNvPr>
          <p:cNvSpPr txBox="1">
            <a:spLocks/>
          </p:cNvSpPr>
          <p:nvPr/>
        </p:nvSpPr>
        <p:spPr>
          <a:xfrm>
            <a:off x="3200400" y="270934"/>
            <a:ext cx="10972800" cy="861434"/>
          </a:xfrm>
          <a:prstGeom prst="rect">
            <a:avLst/>
          </a:prstGeom>
        </p:spPr>
        <p:txBody>
          <a:bodyPr lIns="91440" tIns="45720" rIns="91440" bIns="45720" anchor="t"/>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pPr algn="ctr"/>
            <a:r>
              <a:rPr lang="en-US" sz="3600" b="1">
                <a:solidFill>
                  <a:schemeClr val="tx2"/>
                </a:solidFill>
                <a:latin typeface="Arial"/>
                <a:cs typeface="Arial"/>
              </a:rPr>
              <a:t>Why Include Water?</a:t>
            </a:r>
            <a:endParaRPr lang="en-US" sz="3600" b="1">
              <a:solidFill>
                <a:schemeClr val="tx2"/>
              </a:solidFill>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AA2D25AF-57F7-1D3B-7BFE-497A74FC1BC0}"/>
              </a:ext>
            </a:extLst>
          </p:cNvPr>
          <p:cNvSpPr/>
          <p:nvPr/>
        </p:nvSpPr>
        <p:spPr>
          <a:xfrm>
            <a:off x="13333614" y="1180407"/>
            <a:ext cx="1080654" cy="5652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8C39684-FC88-A2E6-9B22-A51E9E93D2C2}"/>
              </a:ext>
            </a:extLst>
          </p:cNvPr>
          <p:cNvSpPr/>
          <p:nvPr/>
        </p:nvSpPr>
        <p:spPr>
          <a:xfrm>
            <a:off x="7838901" y="1255221"/>
            <a:ext cx="1080654" cy="56526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Water Supply in GCAM</a:t>
            </a:r>
          </a:p>
        </p:txBody>
      </p:sp>
    </p:spTree>
    <p:extLst>
      <p:ext uri="{BB962C8B-B14F-4D97-AF65-F5344CB8AC3E}">
        <p14:creationId xmlns:p14="http://schemas.microsoft.com/office/powerpoint/2010/main" val="128101301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335"/>
        <p:cNvGrpSpPr/>
        <p:nvPr/>
      </p:nvGrpSpPr>
      <p:grpSpPr>
        <a:xfrm>
          <a:off x="0" y="0"/>
          <a:ext cx="0" cy="0"/>
          <a:chOff x="0" y="0"/>
          <a:chExt cx="0" cy="0"/>
        </a:xfrm>
      </p:grpSpPr>
      <p:sp>
        <p:nvSpPr>
          <p:cNvPr id="1337" name="Google Shape;1337;p46"/>
          <p:cNvSpPr txBox="1">
            <a:spLocks noGrp="1"/>
          </p:cNvSpPr>
          <p:nvPr>
            <p:ph type="sldNum" sz="quarter" idx="12"/>
          </p:nvPr>
        </p:nvSpPr>
        <p:spPr>
          <a:prstGeom prst="rect">
            <a:avLst/>
          </a:prstGeom>
          <a:noFill/>
          <a:ln>
            <a:noFill/>
          </a:ln>
        </p:spPr>
        <p:txBody>
          <a:bodyPr spcFirstLastPara="1" wrap="square" lIns="0" tIns="0" rIns="0" bIns="0" anchor="ctr" anchorCtr="0">
            <a:noAutofit/>
          </a:bodyPr>
          <a:lstStyle/>
          <a:p>
            <a:pPr algn="r"/>
            <a:fld id="{00000000-1234-1234-1234-123412341234}" type="slidenum">
              <a:rPr lang="en-US" sz="1080"/>
              <a:pPr algn="r"/>
              <a:t>46</a:t>
            </a:fld>
            <a:endParaRPr sz="1080"/>
          </a:p>
        </p:txBody>
      </p:sp>
      <p:pic>
        <p:nvPicPr>
          <p:cNvPr id="1338" name="Google Shape;1338;p46"/>
          <p:cNvPicPr preferRelativeResize="0">
            <a:picLocks noGrp="1"/>
          </p:cNvPicPr>
          <p:nvPr>
            <p:ph type="body" idx="4294967295"/>
          </p:nvPr>
        </p:nvPicPr>
        <p:blipFill rotWithShape="1">
          <a:blip r:embed="rId3">
            <a:alphaModFix/>
          </a:blip>
          <a:srcRect/>
          <a:stretch/>
        </p:blipFill>
        <p:spPr>
          <a:xfrm>
            <a:off x="3019424" y="1688306"/>
            <a:ext cx="9267825" cy="6084094"/>
          </a:xfrm>
          <a:prstGeom prst="rect">
            <a:avLst/>
          </a:prstGeom>
          <a:noFill/>
          <a:ln>
            <a:noFill/>
          </a:ln>
        </p:spPr>
      </p:pic>
      <p:sp>
        <p:nvSpPr>
          <p:cNvPr id="2" name="Title 1">
            <a:extLst>
              <a:ext uri="{FF2B5EF4-FFF2-40B4-BE49-F238E27FC236}">
                <a16:creationId xmlns:a16="http://schemas.microsoft.com/office/drawing/2014/main" id="{B020F02C-F63D-061D-B07F-A17352076D14}"/>
              </a:ext>
            </a:extLst>
          </p:cNvPr>
          <p:cNvSpPr txBox="1">
            <a:spLocks/>
          </p:cNvSpPr>
          <p:nvPr/>
        </p:nvSpPr>
        <p:spPr>
          <a:xfrm>
            <a:off x="3200400" y="270934"/>
            <a:ext cx="10972800" cy="861434"/>
          </a:xfrm>
          <a:prstGeom prst="rect">
            <a:avLst/>
          </a:prstGeom>
        </p:spPr>
        <p:txBody>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r>
              <a:rPr lang="en-US" sz="3600" b="1">
                <a:solidFill>
                  <a:schemeClr val="tx2"/>
                </a:solidFill>
                <a:latin typeface="Arial" panose="020B0604020202020204" pitchFamily="34" charset="0"/>
                <a:cs typeface="Arial" panose="020B0604020202020204" pitchFamily="34" charset="0"/>
              </a:rPr>
              <a:t>Basin-scale Water Allocation Mechanism in GCAM</a:t>
            </a: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map of the world&#10;&#10;Description automatically generated with medium confidence">
            <a:extLst>
              <a:ext uri="{FF2B5EF4-FFF2-40B4-BE49-F238E27FC236}">
                <a16:creationId xmlns:a16="http://schemas.microsoft.com/office/drawing/2014/main" id="{69FA3739-C48D-364C-BB56-071CAA434ECD}"/>
              </a:ext>
            </a:extLst>
          </p:cNvPr>
          <p:cNvPicPr>
            <a:picLocks noChangeAspect="1"/>
          </p:cNvPicPr>
          <p:nvPr/>
        </p:nvPicPr>
        <p:blipFill>
          <a:blip r:embed="rId2"/>
          <a:stretch>
            <a:fillRect/>
          </a:stretch>
        </p:blipFill>
        <p:spPr>
          <a:xfrm>
            <a:off x="8113486" y="1347407"/>
            <a:ext cx="6288102" cy="2887929"/>
          </a:xfrm>
          <a:prstGeom prst="rect">
            <a:avLst/>
          </a:prstGeom>
        </p:spPr>
      </p:pic>
      <p:sp>
        <p:nvSpPr>
          <p:cNvPr id="3" name="Slide Number Placeholder 2">
            <a:extLst>
              <a:ext uri="{FF2B5EF4-FFF2-40B4-BE49-F238E27FC236}">
                <a16:creationId xmlns:a16="http://schemas.microsoft.com/office/drawing/2014/main" id="{5227F920-09D6-334E-95E9-03E5AD3717D0}"/>
              </a:ext>
            </a:extLst>
          </p:cNvPr>
          <p:cNvSpPr>
            <a:spLocks noGrp="1"/>
          </p:cNvSpPr>
          <p:nvPr>
            <p:ph type="sldNum" sz="quarter" idx="12"/>
          </p:nvPr>
        </p:nvSpPr>
        <p:spPr/>
        <p:txBody>
          <a:bodyPr/>
          <a:lstStyle/>
          <a:p>
            <a:fld id="{FE7A4BB3-E848-5A44-82DF-322201952CD8}" type="slidenum">
              <a:rPr lang="en-US" smtClean="0"/>
              <a:pPr/>
              <a:t>47</a:t>
            </a:fld>
            <a:endParaRPr lang="en-US"/>
          </a:p>
        </p:txBody>
      </p:sp>
      <p:sp>
        <p:nvSpPr>
          <p:cNvPr id="7" name="Title 6">
            <a:extLst>
              <a:ext uri="{FF2B5EF4-FFF2-40B4-BE49-F238E27FC236}">
                <a16:creationId xmlns:a16="http://schemas.microsoft.com/office/drawing/2014/main" id="{AA8C94B7-3731-984D-818F-27213A1EEAFF}"/>
              </a:ext>
            </a:extLst>
          </p:cNvPr>
          <p:cNvSpPr>
            <a:spLocks noGrp="1"/>
          </p:cNvSpPr>
          <p:nvPr>
            <p:ph type="title"/>
          </p:nvPr>
        </p:nvSpPr>
        <p:spPr>
          <a:xfrm>
            <a:off x="3200629" y="406661"/>
            <a:ext cx="10972800" cy="718483"/>
          </a:xfrm>
        </p:spPr>
        <p:txBody>
          <a:bodyPr/>
          <a:lstStyle/>
          <a:p>
            <a:r>
              <a:rPr lang="en-US"/>
              <a:t>Surface Water Supply and Cost Curves in GCAM</a:t>
            </a:r>
          </a:p>
        </p:txBody>
      </p:sp>
      <p:pic>
        <p:nvPicPr>
          <p:cNvPr id="1026" name="Picture 2">
            <a:extLst>
              <a:ext uri="{FF2B5EF4-FFF2-40B4-BE49-F238E27FC236}">
                <a16:creationId xmlns:a16="http://schemas.microsoft.com/office/drawing/2014/main" id="{ABF446E4-1693-C94D-B78B-BCBDF8EDF8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0225" y="1719944"/>
            <a:ext cx="5762478" cy="4288972"/>
          </a:xfrm>
          <a:prstGeom prst="rect">
            <a:avLst/>
          </a:prstGeom>
          <a:noFill/>
          <a:extLst>
            <a:ext uri="{909E8E84-426E-40DD-AFC4-6F175D3DCCD1}">
              <a14:hiddenFill xmlns:a14="http://schemas.microsoft.com/office/drawing/2010/main">
                <a:solidFill>
                  <a:srgbClr val="FFFFFF"/>
                </a:solidFill>
              </a14:hiddenFill>
            </a:ext>
          </a:extLst>
        </p:spPr>
      </p:pic>
      <p:sp>
        <p:nvSpPr>
          <p:cNvPr id="9" name="Oval 8">
            <a:extLst>
              <a:ext uri="{FF2B5EF4-FFF2-40B4-BE49-F238E27FC236}">
                <a16:creationId xmlns:a16="http://schemas.microsoft.com/office/drawing/2014/main" id="{AFE50D30-9CE7-4147-8B5D-4F1E2744F63D}"/>
              </a:ext>
            </a:extLst>
          </p:cNvPr>
          <p:cNvSpPr/>
          <p:nvPr/>
        </p:nvSpPr>
        <p:spPr>
          <a:xfrm>
            <a:off x="4746172" y="1840896"/>
            <a:ext cx="2336800" cy="1100666"/>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64FA2759-73B7-8944-BD8A-35E922226BC9}"/>
              </a:ext>
            </a:extLst>
          </p:cNvPr>
          <p:cNvCxnSpPr>
            <a:cxnSpLocks/>
            <a:stCxn id="9" idx="6"/>
          </p:cNvCxnSpPr>
          <p:nvPr/>
        </p:nvCxnSpPr>
        <p:spPr>
          <a:xfrm>
            <a:off x="7082972" y="2391229"/>
            <a:ext cx="2206171" cy="188472"/>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822A5D4F-7D41-D04E-B722-21528686B226}"/>
                  </a:ext>
                </a:extLst>
              </p:cNvPr>
              <p:cNvSpPr txBox="1"/>
              <p:nvPr/>
            </p:nvSpPr>
            <p:spPr>
              <a:xfrm>
                <a:off x="1234208" y="6185118"/>
                <a:ext cx="12327246" cy="1957908"/>
              </a:xfrm>
              <a:prstGeom prst="rect">
                <a:avLst/>
              </a:prstGeom>
              <a:noFill/>
              <a:ln>
                <a:solidFill>
                  <a:schemeClr val="accent2"/>
                </a:solidFill>
              </a:ln>
            </p:spPr>
            <p:txBody>
              <a:bodyPr wrap="square" rtlCol="0">
                <a:spAutoFit/>
              </a:bodyPr>
              <a:lstStyle/>
              <a:p>
                <a:r>
                  <a:rPr lang="en-US" sz="1600">
                    <a:solidFill>
                      <a:schemeClr val="accent2"/>
                    </a:solidFill>
                  </a:rPr>
                  <a:t>1. Calculate maximum runoff and accessible water* for each year using Xanthos and 1970-2015 WATCH data </a:t>
                </a:r>
              </a:p>
              <a:p>
                <a:r>
                  <a:rPr lang="en-US" sz="1600">
                    <a:solidFill>
                      <a:schemeClr val="accent2"/>
                    </a:solidFill>
                  </a:rPr>
                  <a:t>2. Aggregate 0.5º gridded data to 5-year moving averages at GCAM basin scale.</a:t>
                </a:r>
              </a:p>
              <a:p>
                <a:r>
                  <a:rPr lang="en-US" sz="1600">
                    <a:solidFill>
                      <a:schemeClr val="accent2"/>
                    </a:solidFill>
                  </a:rPr>
                  <a:t>3A. For basins with no historical nonrenewable groundwater depletion find the accessible percentage of maximum runoff (accessible/runoff) </a:t>
                </a:r>
                <a:r>
                  <a:rPr lang="en-US" sz="1600" b="1" i="1">
                    <a:solidFill>
                      <a:schemeClr val="accent2"/>
                    </a:solidFill>
                  </a:rPr>
                  <a:t>cost curve inflection point</a:t>
                </a:r>
                <a:endParaRPr lang="en-US" sz="1600">
                  <a:solidFill>
                    <a:schemeClr val="accent2"/>
                  </a:solidFill>
                </a:endParaRPr>
              </a:p>
              <a:p>
                <a:r>
                  <a:rPr lang="en-US" sz="1600">
                    <a:solidFill>
                      <a:schemeClr val="accent2"/>
                    </a:solidFill>
                  </a:rPr>
                  <a:t>3B. For basins with historical nonrenewable groundwater extraction, back calculate accessible portion by </a:t>
                </a:r>
                <a14:m>
                  <m:oMath xmlns:m="http://schemas.openxmlformats.org/officeDocument/2006/math">
                    <m:f>
                      <m:fPr>
                        <m:ctrlPr>
                          <a:rPr lang="en-US" sz="1600" i="1" smtClean="0">
                            <a:solidFill>
                              <a:schemeClr val="accent2"/>
                            </a:solidFill>
                            <a:latin typeface="Cambria Math" panose="02040503050406030204" pitchFamily="18" charset="0"/>
                          </a:rPr>
                        </m:ctrlPr>
                      </m:fPr>
                      <m:num>
                        <m:r>
                          <a:rPr lang="en-US" sz="1600" b="0" i="1" smtClean="0">
                            <a:solidFill>
                              <a:schemeClr val="accent2"/>
                            </a:solidFill>
                            <a:latin typeface="Cambria Math" panose="02040503050406030204" pitchFamily="18" charset="0"/>
                          </a:rPr>
                          <m:t>(</m:t>
                        </m:r>
                        <m:r>
                          <a:rPr lang="en-US" sz="1600" b="0" i="1" smtClean="0">
                            <a:solidFill>
                              <a:schemeClr val="accent2"/>
                            </a:solidFill>
                            <a:latin typeface="Cambria Math" panose="02040503050406030204" pitchFamily="18" charset="0"/>
                          </a:rPr>
                          <m:t>𝐷𝑒𝑚𝑎𝑛𝑑𝑠</m:t>
                        </m:r>
                        <m:r>
                          <a:rPr lang="en-US" sz="1600" b="0" i="1" smtClean="0">
                            <a:solidFill>
                              <a:schemeClr val="accent2"/>
                            </a:solidFill>
                            <a:latin typeface="Cambria Math" panose="02040503050406030204" pitchFamily="18" charset="0"/>
                          </a:rPr>
                          <m:t> −</m:t>
                        </m:r>
                        <m:r>
                          <a:rPr lang="en-US" sz="1600" b="0" i="1" smtClean="0">
                            <a:solidFill>
                              <a:schemeClr val="accent2"/>
                            </a:solidFill>
                            <a:latin typeface="Cambria Math" panose="02040503050406030204" pitchFamily="18" charset="0"/>
                          </a:rPr>
                          <m:t>𝐷𝑒𝑝𝑙𝑒𝑡𝑖𝑜𝑛</m:t>
                        </m:r>
                        <m:r>
                          <a:rPr lang="en-US" sz="1600" b="0" i="1" smtClean="0">
                            <a:solidFill>
                              <a:schemeClr val="accent2"/>
                            </a:solidFill>
                            <a:latin typeface="Cambria Math" panose="02040503050406030204" pitchFamily="18" charset="0"/>
                          </a:rPr>
                          <m:t>)</m:t>
                        </m:r>
                      </m:num>
                      <m:den>
                        <m:r>
                          <a:rPr lang="en-US" sz="1600" b="0" i="1" smtClean="0">
                            <a:solidFill>
                              <a:schemeClr val="accent2"/>
                            </a:solidFill>
                            <a:latin typeface="Cambria Math" panose="02040503050406030204" pitchFamily="18" charset="0"/>
                          </a:rPr>
                          <m:t>𝑟𝑢𝑛𝑜𝑓𝑓</m:t>
                        </m:r>
                      </m:den>
                    </m:f>
                  </m:oMath>
                </a14:m>
                <a:r>
                  <a:rPr lang="en-US" sz="1600">
                    <a:solidFill>
                      <a:schemeClr val="accent2"/>
                    </a:solidFill>
                  </a:rPr>
                  <a:t> averaged over historical years </a:t>
                </a:r>
                <a:r>
                  <a:rPr lang="en-US" sz="1600" b="1" i="1">
                    <a:solidFill>
                      <a:schemeClr val="accent2"/>
                    </a:solidFill>
                  </a:rPr>
                  <a:t>cost curve inflection point</a:t>
                </a:r>
                <a:endParaRPr lang="en-US" sz="1600">
                  <a:solidFill>
                    <a:schemeClr val="accent2"/>
                  </a:solidFill>
                </a:endParaRPr>
              </a:p>
              <a:p>
                <a:r>
                  <a:rPr lang="en-US" sz="1600">
                    <a:solidFill>
                      <a:schemeClr val="accent2"/>
                    </a:solidFill>
                  </a:rPr>
                  <a:t>4. Set initial supply grades (0%, accessible percent, 100%) and cost grades (~0, 0.001, 10), then interpolate for 20 total grades</a:t>
                </a:r>
              </a:p>
            </p:txBody>
          </p:sp>
        </mc:Choice>
        <mc:Fallback>
          <p:sp>
            <p:nvSpPr>
              <p:cNvPr id="15" name="TextBox 14">
                <a:extLst>
                  <a:ext uri="{FF2B5EF4-FFF2-40B4-BE49-F238E27FC236}">
                    <a16:creationId xmlns:a16="http://schemas.microsoft.com/office/drawing/2014/main" id="{822A5D4F-7D41-D04E-B722-21528686B226}"/>
                  </a:ext>
                </a:extLst>
              </p:cNvPr>
              <p:cNvSpPr txBox="1">
                <a:spLocks noRot="1" noChangeAspect="1" noMove="1" noResize="1" noEditPoints="1" noAdjustHandles="1" noChangeArrowheads="1" noChangeShapeType="1" noTextEdit="1"/>
              </p:cNvSpPr>
              <p:nvPr/>
            </p:nvSpPr>
            <p:spPr>
              <a:xfrm>
                <a:off x="1234208" y="6185118"/>
                <a:ext cx="12327246" cy="1957908"/>
              </a:xfrm>
              <a:prstGeom prst="rect">
                <a:avLst/>
              </a:prstGeom>
              <a:blipFill>
                <a:blip r:embed="rId4"/>
                <a:stretch>
                  <a:fillRect l="-198" t="-619" b="-2786"/>
                </a:stretch>
              </a:blipFill>
              <a:ln>
                <a:solidFill>
                  <a:schemeClr val="accent2"/>
                </a:solidFill>
              </a:ln>
            </p:spPr>
            <p:txBody>
              <a:bodyPr/>
              <a:lstStyle/>
              <a:p>
                <a:r>
                  <a:rPr lang="en-US">
                    <a:noFill/>
                  </a:rPr>
                  <a:t> </a:t>
                </a:r>
              </a:p>
            </p:txBody>
          </p:sp>
        </mc:Fallback>
      </mc:AlternateContent>
      <p:sp>
        <p:nvSpPr>
          <p:cNvPr id="20" name="TextBox 19">
            <a:extLst>
              <a:ext uri="{FF2B5EF4-FFF2-40B4-BE49-F238E27FC236}">
                <a16:creationId xmlns:a16="http://schemas.microsoft.com/office/drawing/2014/main" id="{7734EDE0-3ABD-2444-91FA-4FEF2F7FC0A9}"/>
              </a:ext>
            </a:extLst>
          </p:cNvPr>
          <p:cNvSpPr txBox="1"/>
          <p:nvPr/>
        </p:nvSpPr>
        <p:spPr>
          <a:xfrm>
            <a:off x="2915072" y="1381390"/>
            <a:ext cx="2052783" cy="338554"/>
          </a:xfrm>
          <a:prstGeom prst="rect">
            <a:avLst/>
          </a:prstGeom>
          <a:noFill/>
          <a:ln>
            <a:noFill/>
          </a:ln>
        </p:spPr>
        <p:txBody>
          <a:bodyPr wrap="square" rtlCol="0">
            <a:spAutoFit/>
          </a:bodyPr>
          <a:lstStyle/>
          <a:p>
            <a:r>
              <a:rPr lang="en-US" sz="1600">
                <a:solidFill>
                  <a:schemeClr val="accent2"/>
                </a:solidFill>
                <a:hlinkClick r:id="rId5"/>
              </a:rPr>
              <a:t>Xanthos</a:t>
            </a:r>
            <a:r>
              <a:rPr lang="en-US" sz="1600">
                <a:solidFill>
                  <a:schemeClr val="accent2"/>
                </a:solidFill>
              </a:rPr>
              <a:t> Processing</a:t>
            </a:r>
          </a:p>
        </p:txBody>
      </p:sp>
      <p:sp>
        <p:nvSpPr>
          <p:cNvPr id="21" name="TextBox 20">
            <a:extLst>
              <a:ext uri="{FF2B5EF4-FFF2-40B4-BE49-F238E27FC236}">
                <a16:creationId xmlns:a16="http://schemas.microsoft.com/office/drawing/2014/main" id="{C8FAF201-26D1-B045-B0A3-D81BB068FA03}"/>
              </a:ext>
            </a:extLst>
          </p:cNvPr>
          <p:cNvSpPr txBox="1"/>
          <p:nvPr/>
        </p:nvSpPr>
        <p:spPr>
          <a:xfrm>
            <a:off x="10318231" y="1246096"/>
            <a:ext cx="1873768" cy="338554"/>
          </a:xfrm>
          <a:prstGeom prst="rect">
            <a:avLst/>
          </a:prstGeom>
          <a:noFill/>
          <a:ln>
            <a:noFill/>
          </a:ln>
        </p:spPr>
        <p:txBody>
          <a:bodyPr wrap="square" rtlCol="0">
            <a:spAutoFit/>
          </a:bodyPr>
          <a:lstStyle/>
          <a:p>
            <a:r>
              <a:rPr lang="en-US" sz="1600">
                <a:solidFill>
                  <a:schemeClr val="accent2"/>
                </a:solidFill>
              </a:rPr>
              <a:t>235 GCAM Basins</a:t>
            </a:r>
          </a:p>
        </p:txBody>
      </p:sp>
      <p:cxnSp>
        <p:nvCxnSpPr>
          <p:cNvPr id="12" name="Straight Connector 11">
            <a:extLst>
              <a:ext uri="{FF2B5EF4-FFF2-40B4-BE49-F238E27FC236}">
                <a16:creationId xmlns:a16="http://schemas.microsoft.com/office/drawing/2014/main" id="{68067291-8230-B349-9D53-EA5D92CD9A98}"/>
              </a:ext>
            </a:extLst>
          </p:cNvPr>
          <p:cNvCxnSpPr>
            <a:cxnSpLocks/>
          </p:cNvCxnSpPr>
          <p:nvPr/>
        </p:nvCxnSpPr>
        <p:spPr>
          <a:xfrm flipH="1">
            <a:off x="7512340" y="5811857"/>
            <a:ext cx="1966511" cy="26845"/>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F17C1B26-5173-934E-A37A-A4D774E76463}"/>
              </a:ext>
            </a:extLst>
          </p:cNvPr>
          <p:cNvSpPr txBox="1"/>
          <p:nvPr/>
        </p:nvSpPr>
        <p:spPr>
          <a:xfrm rot="16200000">
            <a:off x="6852470" y="4699810"/>
            <a:ext cx="738682" cy="276999"/>
          </a:xfrm>
          <a:prstGeom prst="rect">
            <a:avLst/>
          </a:prstGeom>
          <a:noFill/>
        </p:spPr>
        <p:txBody>
          <a:bodyPr wrap="square" rtlCol="0">
            <a:spAutoFit/>
          </a:bodyPr>
          <a:lstStyle/>
          <a:p>
            <a:r>
              <a:rPr lang="en-US" sz="1200"/>
              <a:t>Price $</a:t>
            </a:r>
          </a:p>
        </p:txBody>
      </p:sp>
      <p:sp>
        <p:nvSpPr>
          <p:cNvPr id="16" name="TextBox 15">
            <a:extLst>
              <a:ext uri="{FF2B5EF4-FFF2-40B4-BE49-F238E27FC236}">
                <a16:creationId xmlns:a16="http://schemas.microsoft.com/office/drawing/2014/main" id="{E2A1EF6F-4E35-B44E-BB7B-29986BE08595}"/>
              </a:ext>
            </a:extLst>
          </p:cNvPr>
          <p:cNvSpPr txBox="1"/>
          <p:nvPr/>
        </p:nvSpPr>
        <p:spPr>
          <a:xfrm>
            <a:off x="7820579" y="5881274"/>
            <a:ext cx="1436805" cy="276999"/>
          </a:xfrm>
          <a:prstGeom prst="rect">
            <a:avLst/>
          </a:prstGeom>
          <a:noFill/>
        </p:spPr>
        <p:txBody>
          <a:bodyPr wrap="square" rtlCol="0">
            <a:spAutoFit/>
          </a:bodyPr>
          <a:lstStyle/>
          <a:p>
            <a:r>
              <a:rPr lang="en-US" sz="1200"/>
              <a:t>Availability [%]</a:t>
            </a:r>
          </a:p>
        </p:txBody>
      </p:sp>
      <p:cxnSp>
        <p:nvCxnSpPr>
          <p:cNvPr id="17" name="Straight Connector 16">
            <a:extLst>
              <a:ext uri="{FF2B5EF4-FFF2-40B4-BE49-F238E27FC236}">
                <a16:creationId xmlns:a16="http://schemas.microsoft.com/office/drawing/2014/main" id="{8EF471EF-72A6-E748-B3FA-AEEC56E88A9B}"/>
              </a:ext>
            </a:extLst>
          </p:cNvPr>
          <p:cNvCxnSpPr>
            <a:cxnSpLocks/>
          </p:cNvCxnSpPr>
          <p:nvPr/>
        </p:nvCxnSpPr>
        <p:spPr>
          <a:xfrm>
            <a:off x="7517487" y="4082229"/>
            <a:ext cx="0" cy="1756473"/>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18" name="Freeform 17">
            <a:extLst>
              <a:ext uri="{FF2B5EF4-FFF2-40B4-BE49-F238E27FC236}">
                <a16:creationId xmlns:a16="http://schemas.microsoft.com/office/drawing/2014/main" id="{B732F1D3-1C37-5949-A44E-555C7687593B}"/>
              </a:ext>
            </a:extLst>
          </p:cNvPr>
          <p:cNvSpPr/>
          <p:nvPr/>
        </p:nvSpPr>
        <p:spPr>
          <a:xfrm>
            <a:off x="7512340" y="4235336"/>
            <a:ext cx="1670298" cy="1576521"/>
          </a:xfrm>
          <a:custGeom>
            <a:avLst/>
            <a:gdLst>
              <a:gd name="connsiteX0" fmla="*/ 0 w 1364567"/>
              <a:gd name="connsiteY0" fmla="*/ 1350498 h 1350498"/>
              <a:gd name="connsiteX1" fmla="*/ 1097280 w 1364567"/>
              <a:gd name="connsiteY1" fmla="*/ 1209821 h 1350498"/>
              <a:gd name="connsiteX2" fmla="*/ 1364567 w 1364567"/>
              <a:gd name="connsiteY2" fmla="*/ 0 h 1350498"/>
            </a:gdLst>
            <a:ahLst/>
            <a:cxnLst>
              <a:cxn ang="0">
                <a:pos x="connsiteX0" y="connsiteY0"/>
              </a:cxn>
              <a:cxn ang="0">
                <a:pos x="connsiteX1" y="connsiteY1"/>
              </a:cxn>
              <a:cxn ang="0">
                <a:pos x="connsiteX2" y="connsiteY2"/>
              </a:cxn>
            </a:cxnLst>
            <a:rect l="l" t="t" r="r" b="b"/>
            <a:pathLst>
              <a:path w="1364567" h="1350498">
                <a:moveTo>
                  <a:pt x="0" y="1350498"/>
                </a:moveTo>
                <a:lnTo>
                  <a:pt x="1097280" y="1209821"/>
                </a:lnTo>
                <a:lnTo>
                  <a:pt x="1364567" y="0"/>
                </a:lnTo>
              </a:path>
            </a:pathLst>
          </a:cu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B88571EE-BD19-5F4D-A42A-61745A4AFDA3}"/>
              </a:ext>
            </a:extLst>
          </p:cNvPr>
          <p:cNvCxnSpPr>
            <a:cxnSpLocks/>
          </p:cNvCxnSpPr>
          <p:nvPr/>
        </p:nvCxnSpPr>
        <p:spPr>
          <a:xfrm flipH="1">
            <a:off x="10769634" y="5811857"/>
            <a:ext cx="1966511" cy="26845"/>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3" name="TextBox 22">
            <a:extLst>
              <a:ext uri="{FF2B5EF4-FFF2-40B4-BE49-F238E27FC236}">
                <a16:creationId xmlns:a16="http://schemas.microsoft.com/office/drawing/2014/main" id="{2494A01F-F1B8-9B40-BB11-EF93AEB6AE13}"/>
              </a:ext>
            </a:extLst>
          </p:cNvPr>
          <p:cNvSpPr txBox="1"/>
          <p:nvPr/>
        </p:nvSpPr>
        <p:spPr>
          <a:xfrm rot="16200000">
            <a:off x="10109764" y="4699810"/>
            <a:ext cx="738682" cy="276999"/>
          </a:xfrm>
          <a:prstGeom prst="rect">
            <a:avLst/>
          </a:prstGeom>
          <a:noFill/>
        </p:spPr>
        <p:txBody>
          <a:bodyPr wrap="square" rtlCol="0">
            <a:spAutoFit/>
          </a:bodyPr>
          <a:lstStyle/>
          <a:p>
            <a:r>
              <a:rPr lang="en-US" sz="1200"/>
              <a:t>Price $</a:t>
            </a:r>
          </a:p>
        </p:txBody>
      </p:sp>
      <p:sp>
        <p:nvSpPr>
          <p:cNvPr id="24" name="TextBox 23">
            <a:extLst>
              <a:ext uri="{FF2B5EF4-FFF2-40B4-BE49-F238E27FC236}">
                <a16:creationId xmlns:a16="http://schemas.microsoft.com/office/drawing/2014/main" id="{B6920482-02B5-0140-8DA0-9659399B8D84}"/>
              </a:ext>
            </a:extLst>
          </p:cNvPr>
          <p:cNvSpPr txBox="1"/>
          <p:nvPr/>
        </p:nvSpPr>
        <p:spPr>
          <a:xfrm>
            <a:off x="11077873" y="5881274"/>
            <a:ext cx="1436805" cy="276999"/>
          </a:xfrm>
          <a:prstGeom prst="rect">
            <a:avLst/>
          </a:prstGeom>
          <a:noFill/>
        </p:spPr>
        <p:txBody>
          <a:bodyPr wrap="square" rtlCol="0">
            <a:spAutoFit/>
          </a:bodyPr>
          <a:lstStyle/>
          <a:p>
            <a:r>
              <a:rPr lang="en-US" sz="1200"/>
              <a:t>Availability [%]</a:t>
            </a:r>
          </a:p>
        </p:txBody>
      </p:sp>
      <p:cxnSp>
        <p:nvCxnSpPr>
          <p:cNvPr id="25" name="Straight Connector 24">
            <a:extLst>
              <a:ext uri="{FF2B5EF4-FFF2-40B4-BE49-F238E27FC236}">
                <a16:creationId xmlns:a16="http://schemas.microsoft.com/office/drawing/2014/main" id="{AF9CF4B9-EF92-2F44-A0C7-854FBDBB4BCF}"/>
              </a:ext>
            </a:extLst>
          </p:cNvPr>
          <p:cNvCxnSpPr>
            <a:cxnSpLocks/>
          </p:cNvCxnSpPr>
          <p:nvPr/>
        </p:nvCxnSpPr>
        <p:spPr>
          <a:xfrm>
            <a:off x="10774781" y="4082229"/>
            <a:ext cx="0" cy="1756473"/>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B7C67AFC-1370-B34F-8499-F5E1D455C175}"/>
              </a:ext>
            </a:extLst>
          </p:cNvPr>
          <p:cNvCxnSpPr/>
          <p:nvPr/>
        </p:nvCxnSpPr>
        <p:spPr>
          <a:xfrm flipV="1">
            <a:off x="10769634" y="5692462"/>
            <a:ext cx="950141" cy="14624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30" name="Straight Connector 29">
            <a:extLst>
              <a:ext uri="{FF2B5EF4-FFF2-40B4-BE49-F238E27FC236}">
                <a16:creationId xmlns:a16="http://schemas.microsoft.com/office/drawing/2014/main" id="{450D243C-F575-8848-968D-EE13402DDF87}"/>
              </a:ext>
            </a:extLst>
          </p:cNvPr>
          <p:cNvCxnSpPr>
            <a:cxnSpLocks/>
          </p:cNvCxnSpPr>
          <p:nvPr/>
        </p:nvCxnSpPr>
        <p:spPr>
          <a:xfrm flipV="1">
            <a:off x="11719775" y="4082229"/>
            <a:ext cx="1016370" cy="1610233"/>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33" name="Straight Arrow Connector 32">
            <a:extLst>
              <a:ext uri="{FF2B5EF4-FFF2-40B4-BE49-F238E27FC236}">
                <a16:creationId xmlns:a16="http://schemas.microsoft.com/office/drawing/2014/main" id="{791E2EEC-BBA0-2B49-8871-B04F9BB8C39A}"/>
              </a:ext>
            </a:extLst>
          </p:cNvPr>
          <p:cNvCxnSpPr/>
          <p:nvPr/>
        </p:nvCxnSpPr>
        <p:spPr>
          <a:xfrm flipH="1">
            <a:off x="9053848" y="3155324"/>
            <a:ext cx="1030310" cy="959476"/>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35" name="Straight Arrow Connector 34">
            <a:extLst>
              <a:ext uri="{FF2B5EF4-FFF2-40B4-BE49-F238E27FC236}">
                <a16:creationId xmlns:a16="http://schemas.microsoft.com/office/drawing/2014/main" id="{0A8EA26E-6473-3441-BEF3-10E57076EBAD}"/>
              </a:ext>
            </a:extLst>
          </p:cNvPr>
          <p:cNvCxnSpPr>
            <a:cxnSpLocks/>
          </p:cNvCxnSpPr>
          <p:nvPr/>
        </p:nvCxnSpPr>
        <p:spPr>
          <a:xfrm>
            <a:off x="11253996" y="2930278"/>
            <a:ext cx="311232" cy="1192274"/>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95733791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1" grpId="0"/>
      <p:bldP spid="14" grpId="0"/>
      <p:bldP spid="16" grpId="0"/>
      <p:bldP spid="18" grpId="0" animBg="1"/>
      <p:bldP spid="23" grpId="0"/>
      <p:bldP spid="2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1FB49AE-E0C2-464C-AA71-D25A9918A7BC}"/>
              </a:ext>
            </a:extLst>
          </p:cNvPr>
          <p:cNvSpPr>
            <a:spLocks noGrp="1"/>
          </p:cNvSpPr>
          <p:nvPr>
            <p:ph type="sldNum" sz="quarter" idx="12"/>
          </p:nvPr>
        </p:nvSpPr>
        <p:spPr/>
        <p:txBody>
          <a:bodyPr/>
          <a:lstStyle/>
          <a:p>
            <a:fld id="{FE7A4BB3-E848-5A44-82DF-322201952CD8}" type="slidenum">
              <a:rPr lang="en-US" smtClean="0"/>
              <a:pPr/>
              <a:t>48</a:t>
            </a:fld>
            <a:endParaRPr lang="en-US"/>
          </a:p>
        </p:txBody>
      </p:sp>
      <p:sp>
        <p:nvSpPr>
          <p:cNvPr id="3" name="Title 2">
            <a:extLst>
              <a:ext uri="{FF2B5EF4-FFF2-40B4-BE49-F238E27FC236}">
                <a16:creationId xmlns:a16="http://schemas.microsoft.com/office/drawing/2014/main" id="{ED6A6281-E04D-214F-814B-3F4CE6C6966C}"/>
              </a:ext>
            </a:extLst>
          </p:cNvPr>
          <p:cNvSpPr>
            <a:spLocks noGrp="1"/>
          </p:cNvSpPr>
          <p:nvPr>
            <p:ph type="title"/>
          </p:nvPr>
        </p:nvSpPr>
        <p:spPr>
          <a:xfrm>
            <a:off x="3165231" y="535673"/>
            <a:ext cx="10972800" cy="631016"/>
          </a:xfrm>
        </p:spPr>
        <p:txBody>
          <a:bodyPr/>
          <a:lstStyle/>
          <a:p>
            <a:r>
              <a:rPr lang="en-US"/>
              <a:t>Groundwater Supply and Cost Curves in GCAM</a:t>
            </a:r>
          </a:p>
        </p:txBody>
      </p:sp>
      <p:sp>
        <p:nvSpPr>
          <p:cNvPr id="5" name="TextBox 4">
            <a:extLst>
              <a:ext uri="{FF2B5EF4-FFF2-40B4-BE49-F238E27FC236}">
                <a16:creationId xmlns:a16="http://schemas.microsoft.com/office/drawing/2014/main" id="{DC7B455D-5F6D-FB40-90B9-137F10A39826}"/>
              </a:ext>
            </a:extLst>
          </p:cNvPr>
          <p:cNvSpPr txBox="1"/>
          <p:nvPr/>
        </p:nvSpPr>
        <p:spPr>
          <a:xfrm>
            <a:off x="1585901" y="1776046"/>
            <a:ext cx="4586299" cy="3046988"/>
          </a:xfrm>
          <a:prstGeom prst="rect">
            <a:avLst/>
          </a:prstGeom>
          <a:noFill/>
          <a:ln>
            <a:solidFill>
              <a:schemeClr val="accent2"/>
            </a:solidFill>
          </a:ln>
        </p:spPr>
        <p:txBody>
          <a:bodyPr wrap="square" rtlCol="0">
            <a:spAutoFit/>
          </a:bodyPr>
          <a:lstStyle/>
          <a:p>
            <a:pPr algn="ctr"/>
            <a:r>
              <a:rPr lang="en-US" sz="1600" err="1">
                <a:solidFill>
                  <a:schemeClr val="accent2"/>
                </a:solidFill>
                <a:hlinkClick r:id="rId2"/>
              </a:rPr>
              <a:t>Superwell</a:t>
            </a:r>
            <a:endParaRPr lang="en-US" sz="1600">
              <a:solidFill>
                <a:schemeClr val="accent2"/>
              </a:solidFill>
            </a:endParaRPr>
          </a:p>
          <a:p>
            <a:pPr marL="285750" indent="-285750">
              <a:buFont typeface="Arial" panose="020B0604020202020204" pitchFamily="34" charset="0"/>
              <a:buChar char="•"/>
            </a:pPr>
            <a:r>
              <a:rPr lang="en-US" sz="1600">
                <a:solidFill>
                  <a:schemeClr val="accent2"/>
                </a:solidFill>
              </a:rPr>
              <a:t>Derived unit cost of groundwater extraction over time at 50km grid cells</a:t>
            </a:r>
          </a:p>
          <a:p>
            <a:pPr marL="285750" indent="-285750">
              <a:buFont typeface="Arial" panose="020B0604020202020204" pitchFamily="34" charset="0"/>
              <a:buChar char="•"/>
            </a:pPr>
            <a:r>
              <a:rPr lang="en-US" sz="1600">
                <a:solidFill>
                  <a:schemeClr val="accent2"/>
                </a:solidFill>
              </a:rPr>
              <a:t>Estimates of groundwater availability from previous studies on porosity, depth-to-groundwater, and aquifer thickness in addition to WHYMAP</a:t>
            </a:r>
          </a:p>
          <a:p>
            <a:pPr marL="285750" indent="-285750">
              <a:buFont typeface="Arial" panose="020B0604020202020204" pitchFamily="34" charset="0"/>
              <a:buChar char="•"/>
            </a:pPr>
            <a:r>
              <a:rPr lang="en-US" sz="1600">
                <a:solidFill>
                  <a:schemeClr val="accent2"/>
                </a:solidFill>
              </a:rPr>
              <a:t>Constrained to only allow for 25% use of all physical water estimated in aquifer</a:t>
            </a:r>
          </a:p>
          <a:p>
            <a:pPr marL="285750" indent="-285750">
              <a:buFont typeface="Arial" panose="020B0604020202020204" pitchFamily="34" charset="0"/>
              <a:buChar char="•"/>
            </a:pPr>
            <a:r>
              <a:rPr lang="en-US" sz="1600">
                <a:solidFill>
                  <a:schemeClr val="accent2"/>
                </a:solidFill>
              </a:rPr>
              <a:t>Calculations within require an assumption of confined aquifer, however results assumed to be from unconfined aquifer</a:t>
            </a:r>
          </a:p>
        </p:txBody>
      </p:sp>
      <p:pic>
        <p:nvPicPr>
          <p:cNvPr id="6" name="Picture 5" descr="A map of the world&#10;&#10;Description automatically generated with medium confidence">
            <a:extLst>
              <a:ext uri="{FF2B5EF4-FFF2-40B4-BE49-F238E27FC236}">
                <a16:creationId xmlns:a16="http://schemas.microsoft.com/office/drawing/2014/main" id="{AEB83FC0-6684-C94A-B85F-386DBA18E846}"/>
              </a:ext>
            </a:extLst>
          </p:cNvPr>
          <p:cNvPicPr>
            <a:picLocks noChangeAspect="1"/>
          </p:cNvPicPr>
          <p:nvPr/>
        </p:nvPicPr>
        <p:blipFill>
          <a:blip r:embed="rId3"/>
          <a:stretch>
            <a:fillRect/>
          </a:stretch>
        </p:blipFill>
        <p:spPr>
          <a:xfrm>
            <a:off x="8113486" y="1347407"/>
            <a:ext cx="6288102" cy="2887929"/>
          </a:xfrm>
          <a:prstGeom prst="rect">
            <a:avLst/>
          </a:prstGeom>
        </p:spPr>
      </p:pic>
      <p:sp>
        <p:nvSpPr>
          <p:cNvPr id="7" name="Oval 6">
            <a:extLst>
              <a:ext uri="{FF2B5EF4-FFF2-40B4-BE49-F238E27FC236}">
                <a16:creationId xmlns:a16="http://schemas.microsoft.com/office/drawing/2014/main" id="{15B6F60C-52EE-D44C-9941-D63D0C284103}"/>
              </a:ext>
            </a:extLst>
          </p:cNvPr>
          <p:cNvSpPr/>
          <p:nvPr/>
        </p:nvSpPr>
        <p:spPr>
          <a:xfrm>
            <a:off x="1723292" y="1840896"/>
            <a:ext cx="4325816" cy="814381"/>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0D6E72AA-C27F-9B43-923C-AC5CDB086B77}"/>
              </a:ext>
            </a:extLst>
          </p:cNvPr>
          <p:cNvCxnSpPr>
            <a:cxnSpLocks/>
            <a:stCxn id="7" idx="6"/>
          </p:cNvCxnSpPr>
          <p:nvPr/>
        </p:nvCxnSpPr>
        <p:spPr>
          <a:xfrm>
            <a:off x="6049108" y="2248087"/>
            <a:ext cx="3240035" cy="331614"/>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12" name="TextBox 11">
            <a:extLst>
              <a:ext uri="{FF2B5EF4-FFF2-40B4-BE49-F238E27FC236}">
                <a16:creationId xmlns:a16="http://schemas.microsoft.com/office/drawing/2014/main" id="{E44A084F-7148-B940-B0DA-013173DF6B41}"/>
              </a:ext>
            </a:extLst>
          </p:cNvPr>
          <p:cNvSpPr txBox="1"/>
          <p:nvPr/>
        </p:nvSpPr>
        <p:spPr>
          <a:xfrm>
            <a:off x="1151577" y="7168618"/>
            <a:ext cx="12327246" cy="830997"/>
          </a:xfrm>
          <a:prstGeom prst="rect">
            <a:avLst/>
          </a:prstGeom>
          <a:noFill/>
          <a:ln>
            <a:solidFill>
              <a:schemeClr val="accent2"/>
            </a:solidFill>
          </a:ln>
        </p:spPr>
        <p:txBody>
          <a:bodyPr wrap="square" rtlCol="0">
            <a:spAutoFit/>
          </a:bodyPr>
          <a:lstStyle/>
          <a:p>
            <a:pPr marL="342900" indent="-342900">
              <a:buAutoNum type="arabicPeriod"/>
            </a:pPr>
            <a:r>
              <a:rPr lang="en-US" sz="1600">
                <a:solidFill>
                  <a:schemeClr val="accent2"/>
                </a:solidFill>
              </a:rPr>
              <a:t>Aggregate unit costs from </a:t>
            </a:r>
            <a:r>
              <a:rPr lang="en-US" sz="1600" err="1">
                <a:solidFill>
                  <a:schemeClr val="accent2"/>
                </a:solidFill>
              </a:rPr>
              <a:t>Superwell</a:t>
            </a:r>
            <a:r>
              <a:rPr lang="en-US" sz="1600">
                <a:solidFill>
                  <a:schemeClr val="accent2"/>
                </a:solidFill>
              </a:rPr>
              <a:t> 50km grid to GCAM basin scale and transform into 24 unique cost grades</a:t>
            </a:r>
          </a:p>
          <a:p>
            <a:pPr marL="342900" indent="-342900">
              <a:buAutoNum type="arabicPeriod"/>
            </a:pPr>
            <a:r>
              <a:rPr lang="en-US" sz="1600">
                <a:solidFill>
                  <a:schemeClr val="accent2"/>
                </a:solidFill>
              </a:rPr>
              <a:t>Historical groundwater depletion from </a:t>
            </a:r>
            <a:r>
              <a:rPr lang="en-US" sz="1600" err="1">
                <a:solidFill>
                  <a:schemeClr val="accent2"/>
                </a:solidFill>
              </a:rPr>
              <a:t>WaterGap</a:t>
            </a:r>
            <a:r>
              <a:rPr lang="en-US" sz="1600">
                <a:solidFill>
                  <a:schemeClr val="accent2"/>
                </a:solidFill>
              </a:rPr>
              <a:t> is placed into </a:t>
            </a:r>
            <a:r>
              <a:rPr lang="en-US" sz="1600" err="1">
                <a:solidFill>
                  <a:schemeClr val="accent2"/>
                </a:solidFill>
              </a:rPr>
              <a:t>grade_hist</a:t>
            </a:r>
            <a:r>
              <a:rPr lang="en-US" sz="1600">
                <a:solidFill>
                  <a:schemeClr val="accent2"/>
                </a:solidFill>
              </a:rPr>
              <a:t> which is pulled during historical calibration</a:t>
            </a:r>
          </a:p>
          <a:p>
            <a:pPr marL="342900" indent="-342900">
              <a:buAutoNum type="arabicPeriod"/>
            </a:pPr>
            <a:r>
              <a:rPr lang="en-US" sz="1600">
                <a:solidFill>
                  <a:schemeClr val="accent2"/>
                </a:solidFill>
              </a:rPr>
              <a:t>Added to GCAM as a </a:t>
            </a:r>
            <a:r>
              <a:rPr lang="en-US" sz="1600" err="1">
                <a:solidFill>
                  <a:schemeClr val="accent2"/>
                </a:solidFill>
              </a:rPr>
              <a:t>subresource</a:t>
            </a:r>
            <a:r>
              <a:rPr lang="en-US" sz="1600">
                <a:solidFill>
                  <a:schemeClr val="accent2"/>
                </a:solidFill>
              </a:rPr>
              <a:t> with price interactions with renewable water cost curves.</a:t>
            </a:r>
          </a:p>
        </p:txBody>
      </p:sp>
      <p:sp>
        <p:nvSpPr>
          <p:cNvPr id="13" name="Can 12">
            <a:extLst>
              <a:ext uri="{FF2B5EF4-FFF2-40B4-BE49-F238E27FC236}">
                <a16:creationId xmlns:a16="http://schemas.microsoft.com/office/drawing/2014/main" id="{2747FC98-76E8-C14B-ADB0-FFE19422D6B8}"/>
              </a:ext>
            </a:extLst>
          </p:cNvPr>
          <p:cNvSpPr/>
          <p:nvPr/>
        </p:nvSpPr>
        <p:spPr>
          <a:xfrm>
            <a:off x="7983350" y="4293487"/>
            <a:ext cx="775538" cy="2326739"/>
          </a:xfrm>
          <a:prstGeom prst="can">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717A38AD-9E5A-CE46-B5CB-C95F66779DBC}"/>
              </a:ext>
            </a:extLst>
          </p:cNvPr>
          <p:cNvCxnSpPr>
            <a:cxnSpLocks/>
          </p:cNvCxnSpPr>
          <p:nvPr/>
        </p:nvCxnSpPr>
        <p:spPr>
          <a:xfrm>
            <a:off x="7985165" y="4826595"/>
            <a:ext cx="773723"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C56118D-7DC8-E041-9427-E2A798DAC86D}"/>
              </a:ext>
            </a:extLst>
          </p:cNvPr>
          <p:cNvCxnSpPr>
            <a:cxnSpLocks/>
          </p:cNvCxnSpPr>
          <p:nvPr/>
        </p:nvCxnSpPr>
        <p:spPr>
          <a:xfrm>
            <a:off x="7983350" y="5330687"/>
            <a:ext cx="775538"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0337B4D-C5AD-CB4A-9DDB-F93ECBF9BFB5}"/>
              </a:ext>
            </a:extLst>
          </p:cNvPr>
          <p:cNvCxnSpPr>
            <a:cxnSpLocks/>
          </p:cNvCxnSpPr>
          <p:nvPr/>
        </p:nvCxnSpPr>
        <p:spPr>
          <a:xfrm>
            <a:off x="7983350" y="5540690"/>
            <a:ext cx="775538"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562B468-0CF4-D44F-8674-7B82CCBD6161}"/>
              </a:ext>
            </a:extLst>
          </p:cNvPr>
          <p:cNvCxnSpPr>
            <a:cxnSpLocks/>
          </p:cNvCxnSpPr>
          <p:nvPr/>
        </p:nvCxnSpPr>
        <p:spPr>
          <a:xfrm>
            <a:off x="7983350" y="5833767"/>
            <a:ext cx="775538"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1A74571-1EB3-E24B-B764-97BAB7E6FA02}"/>
              </a:ext>
            </a:extLst>
          </p:cNvPr>
          <p:cNvCxnSpPr>
            <a:cxnSpLocks/>
          </p:cNvCxnSpPr>
          <p:nvPr/>
        </p:nvCxnSpPr>
        <p:spPr>
          <a:xfrm>
            <a:off x="7983350" y="6126844"/>
            <a:ext cx="775538"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ED1F3F8-0654-A84F-A620-69E208CEFADE}"/>
              </a:ext>
            </a:extLst>
          </p:cNvPr>
          <p:cNvCxnSpPr>
            <a:cxnSpLocks/>
          </p:cNvCxnSpPr>
          <p:nvPr/>
        </p:nvCxnSpPr>
        <p:spPr>
          <a:xfrm>
            <a:off x="8965420" y="4697627"/>
            <a:ext cx="0" cy="1518458"/>
          </a:xfrm>
          <a:prstGeom prst="straightConnector1">
            <a:avLst/>
          </a:prstGeom>
          <a:ln w="28575">
            <a:solidFill>
              <a:srgbClr val="000000"/>
            </a:solidFill>
            <a:tailEnd type="triangle"/>
          </a:ln>
        </p:spPr>
        <p:style>
          <a:lnRef idx="1">
            <a:schemeClr val="accent2"/>
          </a:lnRef>
          <a:fillRef idx="0">
            <a:schemeClr val="accent2"/>
          </a:fillRef>
          <a:effectRef idx="0">
            <a:schemeClr val="accent2"/>
          </a:effectRef>
          <a:fontRef idx="minor">
            <a:schemeClr val="tx1"/>
          </a:fontRef>
        </p:style>
      </p:cxnSp>
      <p:sp>
        <p:nvSpPr>
          <p:cNvPr id="29" name="TextBox 28">
            <a:extLst>
              <a:ext uri="{FF2B5EF4-FFF2-40B4-BE49-F238E27FC236}">
                <a16:creationId xmlns:a16="http://schemas.microsoft.com/office/drawing/2014/main" id="{1A38DE26-5452-8444-93EF-73CC48211C40}"/>
              </a:ext>
            </a:extLst>
          </p:cNvPr>
          <p:cNvSpPr txBox="1"/>
          <p:nvPr/>
        </p:nvSpPr>
        <p:spPr>
          <a:xfrm rot="16200000">
            <a:off x="8010347" y="5028912"/>
            <a:ext cx="2466008" cy="424732"/>
          </a:xfrm>
          <a:prstGeom prst="rect">
            <a:avLst/>
          </a:prstGeom>
          <a:noFill/>
        </p:spPr>
        <p:txBody>
          <a:bodyPr wrap="square" rtlCol="0">
            <a:spAutoFit/>
          </a:bodyPr>
          <a:lstStyle/>
          <a:p>
            <a:r>
              <a:rPr lang="en-US"/>
              <a:t>Increasing Depth</a:t>
            </a:r>
          </a:p>
        </p:txBody>
      </p:sp>
      <p:cxnSp>
        <p:nvCxnSpPr>
          <p:cNvPr id="34" name="Straight Arrow Connector 33">
            <a:extLst>
              <a:ext uri="{FF2B5EF4-FFF2-40B4-BE49-F238E27FC236}">
                <a16:creationId xmlns:a16="http://schemas.microsoft.com/office/drawing/2014/main" id="{0008AA80-8423-6841-917B-098D1ED127DC}"/>
              </a:ext>
            </a:extLst>
          </p:cNvPr>
          <p:cNvCxnSpPr>
            <a:cxnSpLocks/>
          </p:cNvCxnSpPr>
          <p:nvPr/>
        </p:nvCxnSpPr>
        <p:spPr>
          <a:xfrm>
            <a:off x="9631563" y="5534829"/>
            <a:ext cx="850617" cy="0"/>
          </a:xfrm>
          <a:prstGeom prst="straightConnector1">
            <a:avLst/>
          </a:prstGeom>
          <a:ln w="28575">
            <a:solidFill>
              <a:srgbClr val="000000"/>
            </a:solidFill>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36380420-AC75-8447-BFD2-7A18F03E3119}"/>
                  </a:ext>
                </a:extLst>
              </p:cNvPr>
              <p:cNvSpPr txBox="1"/>
              <p:nvPr/>
            </p:nvSpPr>
            <p:spPr>
              <a:xfrm>
                <a:off x="9844187" y="5540154"/>
                <a:ext cx="562438" cy="4247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oMath>
                  </m:oMathPara>
                </a14:m>
                <a:endParaRPr lang="en-US" i="1"/>
              </a:p>
            </p:txBody>
          </p:sp>
        </mc:Choice>
        <mc:Fallback>
          <p:sp>
            <p:nvSpPr>
              <p:cNvPr id="38" name="TextBox 37">
                <a:extLst>
                  <a:ext uri="{FF2B5EF4-FFF2-40B4-BE49-F238E27FC236}">
                    <a16:creationId xmlns:a16="http://schemas.microsoft.com/office/drawing/2014/main" id="{36380420-AC75-8447-BFD2-7A18F03E3119}"/>
                  </a:ext>
                </a:extLst>
              </p:cNvPr>
              <p:cNvSpPr txBox="1">
                <a:spLocks noRot="1" noChangeAspect="1" noMove="1" noResize="1" noEditPoints="1" noAdjustHandles="1" noChangeArrowheads="1" noChangeShapeType="1" noTextEdit="1"/>
              </p:cNvSpPr>
              <p:nvPr/>
            </p:nvSpPr>
            <p:spPr>
              <a:xfrm>
                <a:off x="9844187" y="5540154"/>
                <a:ext cx="562438" cy="424732"/>
              </a:xfrm>
              <a:prstGeom prst="rect">
                <a:avLst/>
              </a:prstGeom>
              <a:blipFill>
                <a:blip r:embed="rId4"/>
                <a:stretch>
                  <a:fillRect/>
                </a:stretch>
              </a:blipFill>
            </p:spPr>
            <p:txBody>
              <a:bodyPr/>
              <a:lstStyle/>
              <a:p>
                <a:r>
                  <a:rPr lang="en-US">
                    <a:noFill/>
                  </a:rPr>
                  <a:t> </a:t>
                </a:r>
              </a:p>
            </p:txBody>
          </p:sp>
        </mc:Fallback>
      </mc:AlternateContent>
      <p:cxnSp>
        <p:nvCxnSpPr>
          <p:cNvPr id="39" name="Straight Connector 38">
            <a:extLst>
              <a:ext uri="{FF2B5EF4-FFF2-40B4-BE49-F238E27FC236}">
                <a16:creationId xmlns:a16="http://schemas.microsoft.com/office/drawing/2014/main" id="{3305729E-FBAC-5D4F-9E65-3C66DE3BBD45}"/>
              </a:ext>
            </a:extLst>
          </p:cNvPr>
          <p:cNvCxnSpPr>
            <a:cxnSpLocks/>
          </p:cNvCxnSpPr>
          <p:nvPr/>
        </p:nvCxnSpPr>
        <p:spPr>
          <a:xfrm flipH="1">
            <a:off x="2514726" y="6787627"/>
            <a:ext cx="1966511" cy="26845"/>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40" name="TextBox 39">
            <a:extLst>
              <a:ext uri="{FF2B5EF4-FFF2-40B4-BE49-F238E27FC236}">
                <a16:creationId xmlns:a16="http://schemas.microsoft.com/office/drawing/2014/main" id="{6E176B58-A273-634F-BE79-067853AB8960}"/>
              </a:ext>
            </a:extLst>
          </p:cNvPr>
          <p:cNvSpPr txBox="1"/>
          <p:nvPr/>
        </p:nvSpPr>
        <p:spPr>
          <a:xfrm rot="16200000">
            <a:off x="1854856" y="5675580"/>
            <a:ext cx="738682" cy="276999"/>
          </a:xfrm>
          <a:prstGeom prst="rect">
            <a:avLst/>
          </a:prstGeom>
          <a:noFill/>
        </p:spPr>
        <p:txBody>
          <a:bodyPr wrap="square" rtlCol="0">
            <a:spAutoFit/>
          </a:bodyPr>
          <a:lstStyle/>
          <a:p>
            <a:r>
              <a:rPr lang="en-US" sz="1200"/>
              <a:t>Price $</a:t>
            </a:r>
          </a:p>
        </p:txBody>
      </p:sp>
      <p:sp>
        <p:nvSpPr>
          <p:cNvPr id="41" name="TextBox 40">
            <a:extLst>
              <a:ext uri="{FF2B5EF4-FFF2-40B4-BE49-F238E27FC236}">
                <a16:creationId xmlns:a16="http://schemas.microsoft.com/office/drawing/2014/main" id="{3AC78F9F-3E3A-0A45-8729-25CB7E25F066}"/>
              </a:ext>
            </a:extLst>
          </p:cNvPr>
          <p:cNvSpPr txBox="1"/>
          <p:nvPr/>
        </p:nvSpPr>
        <p:spPr>
          <a:xfrm>
            <a:off x="2822965" y="6857044"/>
            <a:ext cx="1436805" cy="276999"/>
          </a:xfrm>
          <a:prstGeom prst="rect">
            <a:avLst/>
          </a:prstGeom>
          <a:noFill/>
        </p:spPr>
        <p:txBody>
          <a:bodyPr wrap="square" rtlCol="0">
            <a:spAutoFit/>
          </a:bodyPr>
          <a:lstStyle/>
          <a:p>
            <a:r>
              <a:rPr lang="en-US" sz="1200"/>
              <a:t>Cost Grade</a:t>
            </a:r>
          </a:p>
        </p:txBody>
      </p:sp>
      <p:cxnSp>
        <p:nvCxnSpPr>
          <p:cNvPr id="42" name="Straight Connector 41">
            <a:extLst>
              <a:ext uri="{FF2B5EF4-FFF2-40B4-BE49-F238E27FC236}">
                <a16:creationId xmlns:a16="http://schemas.microsoft.com/office/drawing/2014/main" id="{862B3C73-985A-3D42-85F6-483EEA0467D5}"/>
              </a:ext>
            </a:extLst>
          </p:cNvPr>
          <p:cNvCxnSpPr>
            <a:cxnSpLocks/>
          </p:cNvCxnSpPr>
          <p:nvPr/>
        </p:nvCxnSpPr>
        <p:spPr>
          <a:xfrm>
            <a:off x="2519873" y="5057999"/>
            <a:ext cx="0" cy="1756473"/>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45" name="Arc 44">
            <a:extLst>
              <a:ext uri="{FF2B5EF4-FFF2-40B4-BE49-F238E27FC236}">
                <a16:creationId xmlns:a16="http://schemas.microsoft.com/office/drawing/2014/main" id="{93CBEAA5-BCD1-5146-AE13-766D4EB33148}"/>
              </a:ext>
            </a:extLst>
          </p:cNvPr>
          <p:cNvSpPr/>
          <p:nvPr/>
        </p:nvSpPr>
        <p:spPr>
          <a:xfrm rot="4840005">
            <a:off x="840754" y="3164638"/>
            <a:ext cx="2556211" cy="4330994"/>
          </a:xfrm>
          <a:prstGeom prst="arc">
            <a:avLst>
              <a:gd name="adj1" fmla="val 16200000"/>
              <a:gd name="adj2" fmla="val 20987925"/>
            </a:avLst>
          </a:pr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4" name="Can 3">
            <a:extLst>
              <a:ext uri="{FF2B5EF4-FFF2-40B4-BE49-F238E27FC236}">
                <a16:creationId xmlns:a16="http://schemas.microsoft.com/office/drawing/2014/main" id="{7FDA94AF-7934-02E9-55A5-D0B682BB4B3F}"/>
              </a:ext>
            </a:extLst>
          </p:cNvPr>
          <p:cNvSpPr/>
          <p:nvPr/>
        </p:nvSpPr>
        <p:spPr>
          <a:xfrm>
            <a:off x="10694804" y="4290526"/>
            <a:ext cx="775538" cy="2326739"/>
          </a:xfrm>
          <a:prstGeom prst="can">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50F85E9E-2023-0505-58E8-4DBADEB29CCD}"/>
              </a:ext>
            </a:extLst>
          </p:cNvPr>
          <p:cNvCxnSpPr>
            <a:cxnSpLocks/>
          </p:cNvCxnSpPr>
          <p:nvPr/>
        </p:nvCxnSpPr>
        <p:spPr>
          <a:xfrm>
            <a:off x="10696619" y="4823634"/>
            <a:ext cx="773723"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AB0829E-9D0C-D4A9-3713-CF414D2DC24C}"/>
              </a:ext>
            </a:extLst>
          </p:cNvPr>
          <p:cNvCxnSpPr>
            <a:cxnSpLocks/>
          </p:cNvCxnSpPr>
          <p:nvPr/>
        </p:nvCxnSpPr>
        <p:spPr>
          <a:xfrm>
            <a:off x="10694804" y="5327726"/>
            <a:ext cx="775538"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5F5ED61-9DA0-66EA-0FA5-3BB13C8F3E8B}"/>
              </a:ext>
            </a:extLst>
          </p:cNvPr>
          <p:cNvCxnSpPr>
            <a:cxnSpLocks/>
          </p:cNvCxnSpPr>
          <p:nvPr/>
        </p:nvCxnSpPr>
        <p:spPr>
          <a:xfrm>
            <a:off x="10694804" y="5537729"/>
            <a:ext cx="775538"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FB73213-1EA5-8AA0-A41E-ECF52752392A}"/>
              </a:ext>
            </a:extLst>
          </p:cNvPr>
          <p:cNvCxnSpPr>
            <a:cxnSpLocks/>
          </p:cNvCxnSpPr>
          <p:nvPr/>
        </p:nvCxnSpPr>
        <p:spPr>
          <a:xfrm>
            <a:off x="10694804" y="5830806"/>
            <a:ext cx="775538"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FE78D0D-3D9E-B2B5-6B95-89D434FBC8BF}"/>
              </a:ext>
            </a:extLst>
          </p:cNvPr>
          <p:cNvCxnSpPr>
            <a:cxnSpLocks/>
          </p:cNvCxnSpPr>
          <p:nvPr/>
        </p:nvCxnSpPr>
        <p:spPr>
          <a:xfrm>
            <a:off x="10694804" y="6123883"/>
            <a:ext cx="775538"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E0927CED-929D-A78E-D5F5-C9B3917BF1B8}"/>
              </a:ext>
            </a:extLst>
          </p:cNvPr>
          <p:cNvSpPr/>
          <p:nvPr/>
        </p:nvSpPr>
        <p:spPr>
          <a:xfrm>
            <a:off x="10702925" y="4298951"/>
            <a:ext cx="752475" cy="1714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Moon 18">
            <a:extLst>
              <a:ext uri="{FF2B5EF4-FFF2-40B4-BE49-F238E27FC236}">
                <a16:creationId xmlns:a16="http://schemas.microsoft.com/office/drawing/2014/main" id="{4D607E95-B996-9164-B9E9-153625F94708}"/>
              </a:ext>
            </a:extLst>
          </p:cNvPr>
          <p:cNvSpPr/>
          <p:nvPr/>
        </p:nvSpPr>
        <p:spPr>
          <a:xfrm rot="16200000">
            <a:off x="10985502" y="4140200"/>
            <a:ext cx="196851" cy="762000"/>
          </a:xfrm>
          <a:prstGeom prst="moon">
            <a:avLst>
              <a:gd name="adj" fmla="val 6131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88319B8-AE4C-498A-DDFB-0C7E47EA882F}"/>
              </a:ext>
            </a:extLst>
          </p:cNvPr>
          <p:cNvSpPr/>
          <p:nvPr/>
        </p:nvSpPr>
        <p:spPr>
          <a:xfrm>
            <a:off x="10702925" y="4527550"/>
            <a:ext cx="758825" cy="107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0D8E787-B167-9BAD-4130-B2838591E362}"/>
              </a:ext>
            </a:extLst>
          </p:cNvPr>
          <p:cNvSpPr/>
          <p:nvPr/>
        </p:nvSpPr>
        <p:spPr>
          <a:xfrm rot="5400000">
            <a:off x="10684032" y="4470242"/>
            <a:ext cx="87947"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2A3C48C-1D69-51B6-FB01-AD6314251C31}"/>
              </a:ext>
            </a:extLst>
          </p:cNvPr>
          <p:cNvSpPr/>
          <p:nvPr/>
        </p:nvSpPr>
        <p:spPr>
          <a:xfrm rot="5400000">
            <a:off x="11387136" y="4462462"/>
            <a:ext cx="87947" cy="612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DFECF0D-F4E3-6E37-0E6B-3B27572930FA}"/>
              </a:ext>
            </a:extLst>
          </p:cNvPr>
          <p:cNvSpPr/>
          <p:nvPr/>
        </p:nvSpPr>
        <p:spPr>
          <a:xfrm>
            <a:off x="10702925" y="4829175"/>
            <a:ext cx="758825" cy="107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89A8F1B-9924-2899-1D14-E78186893B77}"/>
              </a:ext>
            </a:extLst>
          </p:cNvPr>
          <p:cNvSpPr/>
          <p:nvPr/>
        </p:nvSpPr>
        <p:spPr>
          <a:xfrm>
            <a:off x="10702925" y="5334000"/>
            <a:ext cx="758825"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E9CC3816-862C-27D8-8BA2-79A691376087}"/>
              </a:ext>
            </a:extLst>
          </p:cNvPr>
          <p:cNvSpPr/>
          <p:nvPr/>
        </p:nvSpPr>
        <p:spPr>
          <a:xfrm>
            <a:off x="10702925" y="5543550"/>
            <a:ext cx="758825" cy="666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0944269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3" grpId="0" animBg="1"/>
      <p:bldP spid="29" grpId="0"/>
      <p:bldP spid="38" grpId="0"/>
      <p:bldP spid="40" grpId="0"/>
      <p:bldP spid="41" grpId="0"/>
      <p:bldP spid="45" grpId="0" animBg="1"/>
      <p:bldP spid="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0" name="Straight Connector 39">
            <a:extLst>
              <a:ext uri="{FF2B5EF4-FFF2-40B4-BE49-F238E27FC236}">
                <a16:creationId xmlns:a16="http://schemas.microsoft.com/office/drawing/2014/main" id="{6CF87686-4B75-CF4C-A178-C53AB839CD28}"/>
              </a:ext>
            </a:extLst>
          </p:cNvPr>
          <p:cNvCxnSpPr>
            <a:cxnSpLocks/>
          </p:cNvCxnSpPr>
          <p:nvPr/>
        </p:nvCxnSpPr>
        <p:spPr>
          <a:xfrm>
            <a:off x="6526859" y="5714288"/>
            <a:ext cx="0" cy="1756473"/>
          </a:xfrm>
          <a:prstGeom prst="line">
            <a:avLst/>
          </a:prstGeom>
          <a:ln w="38100">
            <a:noFill/>
          </a:ln>
        </p:spPr>
        <p:style>
          <a:lnRef idx="1">
            <a:schemeClr val="accent2"/>
          </a:lnRef>
          <a:fillRef idx="0">
            <a:schemeClr val="accent2"/>
          </a:fillRef>
          <a:effectRef idx="0">
            <a:schemeClr val="accent2"/>
          </a:effectRef>
          <a:fontRef idx="minor">
            <a:schemeClr val="tx1"/>
          </a:fontRef>
        </p:style>
      </p:cxnSp>
      <p:sp>
        <p:nvSpPr>
          <p:cNvPr id="43" name="Rectangle 42">
            <a:extLst>
              <a:ext uri="{FF2B5EF4-FFF2-40B4-BE49-F238E27FC236}">
                <a16:creationId xmlns:a16="http://schemas.microsoft.com/office/drawing/2014/main" id="{134490F0-F700-774F-A937-8C4D02A16C1E}"/>
              </a:ext>
            </a:extLst>
          </p:cNvPr>
          <p:cNvSpPr/>
          <p:nvPr/>
        </p:nvSpPr>
        <p:spPr>
          <a:xfrm>
            <a:off x="6553096" y="5696356"/>
            <a:ext cx="306988" cy="174756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1E608E8C-95E7-0B44-ADE7-DE0D3BC6AA4D}"/>
              </a:ext>
            </a:extLst>
          </p:cNvPr>
          <p:cNvSpPr/>
          <p:nvPr/>
        </p:nvSpPr>
        <p:spPr>
          <a:xfrm>
            <a:off x="4526269" y="5696356"/>
            <a:ext cx="306988" cy="174756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0983255E-F773-CE49-A6BD-CD80A47F9AFC}"/>
              </a:ext>
            </a:extLst>
          </p:cNvPr>
          <p:cNvSpPr/>
          <p:nvPr/>
        </p:nvSpPr>
        <p:spPr>
          <a:xfrm>
            <a:off x="3576128" y="5696356"/>
            <a:ext cx="950141" cy="172962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8D7E0E9D-C5F7-DE4C-A5A3-48C3BCCDD056}"/>
              </a:ext>
            </a:extLst>
          </p:cNvPr>
          <p:cNvSpPr>
            <a:spLocks noGrp="1"/>
          </p:cNvSpPr>
          <p:nvPr>
            <p:ph type="sldNum" sz="quarter" idx="12"/>
          </p:nvPr>
        </p:nvSpPr>
        <p:spPr/>
        <p:txBody>
          <a:bodyPr/>
          <a:lstStyle/>
          <a:p>
            <a:fld id="{FE7A4BB3-E848-5A44-82DF-322201952CD8}" type="slidenum">
              <a:rPr lang="en-US" smtClean="0"/>
              <a:pPr/>
              <a:t>49</a:t>
            </a:fld>
            <a:endParaRPr lang="en-US"/>
          </a:p>
        </p:txBody>
      </p:sp>
      <p:sp>
        <p:nvSpPr>
          <p:cNvPr id="3" name="Title 2">
            <a:extLst>
              <a:ext uri="{FF2B5EF4-FFF2-40B4-BE49-F238E27FC236}">
                <a16:creationId xmlns:a16="http://schemas.microsoft.com/office/drawing/2014/main" id="{630DB8AD-3073-9741-A861-8CF44D1C0382}"/>
              </a:ext>
            </a:extLst>
          </p:cNvPr>
          <p:cNvSpPr>
            <a:spLocks noGrp="1"/>
          </p:cNvSpPr>
          <p:nvPr>
            <p:ph type="title"/>
          </p:nvPr>
        </p:nvSpPr>
        <p:spPr>
          <a:xfrm>
            <a:off x="3181382" y="546434"/>
            <a:ext cx="10972800" cy="607509"/>
          </a:xfrm>
        </p:spPr>
        <p:txBody>
          <a:bodyPr/>
          <a:lstStyle/>
          <a:p>
            <a:r>
              <a:rPr lang="en-US"/>
              <a:t>Surface Water and Groundwater Price Interaction</a:t>
            </a:r>
          </a:p>
        </p:txBody>
      </p:sp>
      <p:cxnSp>
        <p:nvCxnSpPr>
          <p:cNvPr id="5" name="Straight Connector 4">
            <a:extLst>
              <a:ext uri="{FF2B5EF4-FFF2-40B4-BE49-F238E27FC236}">
                <a16:creationId xmlns:a16="http://schemas.microsoft.com/office/drawing/2014/main" id="{1B87F771-011F-0045-9D72-1EA22EE2ABED}"/>
              </a:ext>
            </a:extLst>
          </p:cNvPr>
          <p:cNvCxnSpPr>
            <a:cxnSpLocks/>
          </p:cNvCxnSpPr>
          <p:nvPr/>
        </p:nvCxnSpPr>
        <p:spPr>
          <a:xfrm flipH="1">
            <a:off x="2139323" y="3988666"/>
            <a:ext cx="1966511" cy="26845"/>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6" name="TextBox 5">
            <a:extLst>
              <a:ext uri="{FF2B5EF4-FFF2-40B4-BE49-F238E27FC236}">
                <a16:creationId xmlns:a16="http://schemas.microsoft.com/office/drawing/2014/main" id="{2CA42B74-3F10-AF45-92AF-392FA85EBE72}"/>
              </a:ext>
            </a:extLst>
          </p:cNvPr>
          <p:cNvSpPr txBox="1"/>
          <p:nvPr/>
        </p:nvSpPr>
        <p:spPr>
          <a:xfrm rot="16200000">
            <a:off x="1479453" y="2876619"/>
            <a:ext cx="738682" cy="276999"/>
          </a:xfrm>
          <a:prstGeom prst="rect">
            <a:avLst/>
          </a:prstGeom>
          <a:noFill/>
        </p:spPr>
        <p:txBody>
          <a:bodyPr wrap="square" rtlCol="0">
            <a:spAutoFit/>
          </a:bodyPr>
          <a:lstStyle/>
          <a:p>
            <a:r>
              <a:rPr lang="en-US" sz="1200"/>
              <a:t>Price $</a:t>
            </a:r>
          </a:p>
        </p:txBody>
      </p:sp>
      <p:sp>
        <p:nvSpPr>
          <p:cNvPr id="7" name="TextBox 6">
            <a:extLst>
              <a:ext uri="{FF2B5EF4-FFF2-40B4-BE49-F238E27FC236}">
                <a16:creationId xmlns:a16="http://schemas.microsoft.com/office/drawing/2014/main" id="{343F17EA-A3B3-9149-9F66-5503CAA9010A}"/>
              </a:ext>
            </a:extLst>
          </p:cNvPr>
          <p:cNvSpPr txBox="1"/>
          <p:nvPr/>
        </p:nvSpPr>
        <p:spPr>
          <a:xfrm>
            <a:off x="2447562" y="4058083"/>
            <a:ext cx="1436805" cy="276999"/>
          </a:xfrm>
          <a:prstGeom prst="rect">
            <a:avLst/>
          </a:prstGeom>
          <a:noFill/>
        </p:spPr>
        <p:txBody>
          <a:bodyPr wrap="square" rtlCol="0">
            <a:spAutoFit/>
          </a:bodyPr>
          <a:lstStyle/>
          <a:p>
            <a:r>
              <a:rPr lang="en-US" sz="1200"/>
              <a:t>Availability [%]</a:t>
            </a:r>
          </a:p>
        </p:txBody>
      </p:sp>
      <p:cxnSp>
        <p:nvCxnSpPr>
          <p:cNvPr id="8" name="Straight Connector 7">
            <a:extLst>
              <a:ext uri="{FF2B5EF4-FFF2-40B4-BE49-F238E27FC236}">
                <a16:creationId xmlns:a16="http://schemas.microsoft.com/office/drawing/2014/main" id="{277D81D4-C946-3240-940B-56365099D8C7}"/>
              </a:ext>
            </a:extLst>
          </p:cNvPr>
          <p:cNvCxnSpPr>
            <a:cxnSpLocks/>
          </p:cNvCxnSpPr>
          <p:nvPr/>
        </p:nvCxnSpPr>
        <p:spPr>
          <a:xfrm>
            <a:off x="2144470" y="2259038"/>
            <a:ext cx="0" cy="1756473"/>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9" name="Straight Connector 8">
            <a:extLst>
              <a:ext uri="{FF2B5EF4-FFF2-40B4-BE49-F238E27FC236}">
                <a16:creationId xmlns:a16="http://schemas.microsoft.com/office/drawing/2014/main" id="{89D2E212-D1D6-AE4C-9450-61736D5CD874}"/>
              </a:ext>
            </a:extLst>
          </p:cNvPr>
          <p:cNvCxnSpPr/>
          <p:nvPr/>
        </p:nvCxnSpPr>
        <p:spPr>
          <a:xfrm flipV="1">
            <a:off x="2139323" y="3869271"/>
            <a:ext cx="950141" cy="14624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id="{4862E7D9-EA27-F544-A2B4-C1F7CFBD4467}"/>
              </a:ext>
            </a:extLst>
          </p:cNvPr>
          <p:cNvCxnSpPr>
            <a:cxnSpLocks/>
          </p:cNvCxnSpPr>
          <p:nvPr/>
        </p:nvCxnSpPr>
        <p:spPr>
          <a:xfrm flipV="1">
            <a:off x="3089464" y="2259038"/>
            <a:ext cx="1016370" cy="1610233"/>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11" name="TextBox 10">
            <a:extLst>
              <a:ext uri="{FF2B5EF4-FFF2-40B4-BE49-F238E27FC236}">
                <a16:creationId xmlns:a16="http://schemas.microsoft.com/office/drawing/2014/main" id="{5BB4E8D9-ADB1-D242-8AB3-943CB55552A9}"/>
              </a:ext>
            </a:extLst>
          </p:cNvPr>
          <p:cNvSpPr txBox="1"/>
          <p:nvPr/>
        </p:nvSpPr>
        <p:spPr>
          <a:xfrm>
            <a:off x="1524000" y="1415143"/>
            <a:ext cx="3309257" cy="757130"/>
          </a:xfrm>
          <a:prstGeom prst="rect">
            <a:avLst/>
          </a:prstGeom>
          <a:noFill/>
        </p:spPr>
        <p:txBody>
          <a:bodyPr wrap="square" rtlCol="0">
            <a:spAutoFit/>
          </a:bodyPr>
          <a:lstStyle/>
          <a:p>
            <a:pPr algn="ctr"/>
            <a:r>
              <a:rPr lang="en-US"/>
              <a:t>Renewable Cost Curve</a:t>
            </a:r>
          </a:p>
          <a:p>
            <a:pPr algn="ctr"/>
            <a:r>
              <a:rPr lang="en-US"/>
              <a:t>Basin A</a:t>
            </a:r>
          </a:p>
        </p:txBody>
      </p:sp>
      <p:cxnSp>
        <p:nvCxnSpPr>
          <p:cNvPr id="22" name="Straight Connector 21">
            <a:extLst>
              <a:ext uri="{FF2B5EF4-FFF2-40B4-BE49-F238E27FC236}">
                <a16:creationId xmlns:a16="http://schemas.microsoft.com/office/drawing/2014/main" id="{0EA74B49-7654-594A-8DD7-F42EA033B733}"/>
              </a:ext>
            </a:extLst>
          </p:cNvPr>
          <p:cNvCxnSpPr>
            <a:cxnSpLocks/>
          </p:cNvCxnSpPr>
          <p:nvPr/>
        </p:nvCxnSpPr>
        <p:spPr>
          <a:xfrm flipH="1">
            <a:off x="5829438" y="3988665"/>
            <a:ext cx="1966511" cy="26845"/>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3" name="TextBox 22">
            <a:extLst>
              <a:ext uri="{FF2B5EF4-FFF2-40B4-BE49-F238E27FC236}">
                <a16:creationId xmlns:a16="http://schemas.microsoft.com/office/drawing/2014/main" id="{3D4E85D8-67CC-E347-9715-63B7EE369946}"/>
              </a:ext>
            </a:extLst>
          </p:cNvPr>
          <p:cNvSpPr txBox="1"/>
          <p:nvPr/>
        </p:nvSpPr>
        <p:spPr>
          <a:xfrm rot="16200000">
            <a:off x="5169568" y="2876618"/>
            <a:ext cx="738682" cy="276999"/>
          </a:xfrm>
          <a:prstGeom prst="rect">
            <a:avLst/>
          </a:prstGeom>
          <a:noFill/>
        </p:spPr>
        <p:txBody>
          <a:bodyPr wrap="square" rtlCol="0">
            <a:spAutoFit/>
          </a:bodyPr>
          <a:lstStyle/>
          <a:p>
            <a:r>
              <a:rPr lang="en-US" sz="1200"/>
              <a:t>Price $</a:t>
            </a:r>
          </a:p>
        </p:txBody>
      </p:sp>
      <p:sp>
        <p:nvSpPr>
          <p:cNvPr id="24" name="TextBox 23">
            <a:extLst>
              <a:ext uri="{FF2B5EF4-FFF2-40B4-BE49-F238E27FC236}">
                <a16:creationId xmlns:a16="http://schemas.microsoft.com/office/drawing/2014/main" id="{E22C8EBB-4792-1849-B09C-50603A69B57C}"/>
              </a:ext>
            </a:extLst>
          </p:cNvPr>
          <p:cNvSpPr txBox="1"/>
          <p:nvPr/>
        </p:nvSpPr>
        <p:spPr>
          <a:xfrm>
            <a:off x="6137677" y="4058082"/>
            <a:ext cx="1436805" cy="276999"/>
          </a:xfrm>
          <a:prstGeom prst="rect">
            <a:avLst/>
          </a:prstGeom>
          <a:noFill/>
        </p:spPr>
        <p:txBody>
          <a:bodyPr wrap="square" rtlCol="0">
            <a:spAutoFit/>
          </a:bodyPr>
          <a:lstStyle/>
          <a:p>
            <a:r>
              <a:rPr lang="en-US" sz="1200"/>
              <a:t>Cost Grade</a:t>
            </a:r>
          </a:p>
        </p:txBody>
      </p:sp>
      <p:cxnSp>
        <p:nvCxnSpPr>
          <p:cNvPr id="25" name="Straight Connector 24">
            <a:extLst>
              <a:ext uri="{FF2B5EF4-FFF2-40B4-BE49-F238E27FC236}">
                <a16:creationId xmlns:a16="http://schemas.microsoft.com/office/drawing/2014/main" id="{AC5DD496-5F11-5443-ACC0-C891EA01376C}"/>
              </a:ext>
            </a:extLst>
          </p:cNvPr>
          <p:cNvCxnSpPr>
            <a:cxnSpLocks/>
          </p:cNvCxnSpPr>
          <p:nvPr/>
        </p:nvCxnSpPr>
        <p:spPr>
          <a:xfrm>
            <a:off x="5834585" y="2259037"/>
            <a:ext cx="0" cy="1756473"/>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6" name="Arc 25">
            <a:extLst>
              <a:ext uri="{FF2B5EF4-FFF2-40B4-BE49-F238E27FC236}">
                <a16:creationId xmlns:a16="http://schemas.microsoft.com/office/drawing/2014/main" id="{0A161E12-BEEF-DA4D-8D09-1025200DCF2E}"/>
              </a:ext>
            </a:extLst>
          </p:cNvPr>
          <p:cNvSpPr/>
          <p:nvPr/>
        </p:nvSpPr>
        <p:spPr>
          <a:xfrm rot="4840005">
            <a:off x="4155466" y="480279"/>
            <a:ext cx="2556211" cy="4330994"/>
          </a:xfrm>
          <a:prstGeom prst="arc">
            <a:avLst>
              <a:gd name="adj1" fmla="val 16200000"/>
              <a:gd name="adj2" fmla="val 20987925"/>
            </a:avLst>
          </a:pr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28" name="TextBox 27">
            <a:extLst>
              <a:ext uri="{FF2B5EF4-FFF2-40B4-BE49-F238E27FC236}">
                <a16:creationId xmlns:a16="http://schemas.microsoft.com/office/drawing/2014/main" id="{0FFFED17-6CAE-0542-8F7F-0DA66FA815E3}"/>
              </a:ext>
            </a:extLst>
          </p:cNvPr>
          <p:cNvSpPr txBox="1"/>
          <p:nvPr/>
        </p:nvSpPr>
        <p:spPr>
          <a:xfrm>
            <a:off x="5158064" y="1501907"/>
            <a:ext cx="3309257" cy="757130"/>
          </a:xfrm>
          <a:prstGeom prst="rect">
            <a:avLst/>
          </a:prstGeom>
          <a:noFill/>
        </p:spPr>
        <p:txBody>
          <a:bodyPr wrap="square" rtlCol="0">
            <a:spAutoFit/>
          </a:bodyPr>
          <a:lstStyle/>
          <a:p>
            <a:pPr algn="ctr"/>
            <a:r>
              <a:rPr lang="en-US"/>
              <a:t>Groundwater Cost Curve</a:t>
            </a:r>
          </a:p>
          <a:p>
            <a:pPr algn="ctr"/>
            <a:r>
              <a:rPr lang="en-US"/>
              <a:t>Basin A</a:t>
            </a:r>
          </a:p>
        </p:txBody>
      </p:sp>
      <p:cxnSp>
        <p:nvCxnSpPr>
          <p:cNvPr id="29" name="Straight Connector 28">
            <a:extLst>
              <a:ext uri="{FF2B5EF4-FFF2-40B4-BE49-F238E27FC236}">
                <a16:creationId xmlns:a16="http://schemas.microsoft.com/office/drawing/2014/main" id="{CFA64280-944C-A240-B604-6D9F51D17775}"/>
              </a:ext>
            </a:extLst>
          </p:cNvPr>
          <p:cNvCxnSpPr>
            <a:cxnSpLocks/>
          </p:cNvCxnSpPr>
          <p:nvPr/>
        </p:nvCxnSpPr>
        <p:spPr>
          <a:xfrm flipH="1">
            <a:off x="3576128" y="7425984"/>
            <a:ext cx="1966511" cy="26845"/>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0" name="TextBox 29">
            <a:extLst>
              <a:ext uri="{FF2B5EF4-FFF2-40B4-BE49-F238E27FC236}">
                <a16:creationId xmlns:a16="http://schemas.microsoft.com/office/drawing/2014/main" id="{70DE53E3-B611-664F-B625-ECC59A64A312}"/>
              </a:ext>
            </a:extLst>
          </p:cNvPr>
          <p:cNvSpPr txBox="1"/>
          <p:nvPr/>
        </p:nvSpPr>
        <p:spPr>
          <a:xfrm rot="16200000">
            <a:off x="2916258" y="6313937"/>
            <a:ext cx="738682" cy="276999"/>
          </a:xfrm>
          <a:prstGeom prst="rect">
            <a:avLst/>
          </a:prstGeom>
          <a:noFill/>
        </p:spPr>
        <p:txBody>
          <a:bodyPr wrap="square" rtlCol="0">
            <a:spAutoFit/>
          </a:bodyPr>
          <a:lstStyle/>
          <a:p>
            <a:r>
              <a:rPr lang="en-US" sz="1200"/>
              <a:t>Price $</a:t>
            </a:r>
          </a:p>
        </p:txBody>
      </p:sp>
      <p:sp>
        <p:nvSpPr>
          <p:cNvPr id="31" name="TextBox 30">
            <a:extLst>
              <a:ext uri="{FF2B5EF4-FFF2-40B4-BE49-F238E27FC236}">
                <a16:creationId xmlns:a16="http://schemas.microsoft.com/office/drawing/2014/main" id="{330C3140-9AF8-5841-92D0-B0B1281A1E7D}"/>
              </a:ext>
            </a:extLst>
          </p:cNvPr>
          <p:cNvSpPr txBox="1"/>
          <p:nvPr/>
        </p:nvSpPr>
        <p:spPr>
          <a:xfrm>
            <a:off x="3884367" y="7495401"/>
            <a:ext cx="1436805" cy="276999"/>
          </a:xfrm>
          <a:prstGeom prst="rect">
            <a:avLst/>
          </a:prstGeom>
          <a:noFill/>
        </p:spPr>
        <p:txBody>
          <a:bodyPr wrap="square" rtlCol="0">
            <a:spAutoFit/>
          </a:bodyPr>
          <a:lstStyle/>
          <a:p>
            <a:r>
              <a:rPr lang="en-US" sz="1200"/>
              <a:t>Availability [%]</a:t>
            </a:r>
          </a:p>
        </p:txBody>
      </p:sp>
      <p:cxnSp>
        <p:nvCxnSpPr>
          <p:cNvPr id="32" name="Straight Connector 31">
            <a:extLst>
              <a:ext uri="{FF2B5EF4-FFF2-40B4-BE49-F238E27FC236}">
                <a16:creationId xmlns:a16="http://schemas.microsoft.com/office/drawing/2014/main" id="{C3C3A90D-E8E3-7846-820B-97546B0CF001}"/>
              </a:ext>
            </a:extLst>
          </p:cNvPr>
          <p:cNvCxnSpPr>
            <a:cxnSpLocks/>
          </p:cNvCxnSpPr>
          <p:nvPr/>
        </p:nvCxnSpPr>
        <p:spPr>
          <a:xfrm>
            <a:off x="3581275" y="5696356"/>
            <a:ext cx="0" cy="1756473"/>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33" name="Straight Connector 32">
            <a:extLst>
              <a:ext uri="{FF2B5EF4-FFF2-40B4-BE49-F238E27FC236}">
                <a16:creationId xmlns:a16="http://schemas.microsoft.com/office/drawing/2014/main" id="{26CA29B3-DF4E-CC4F-8667-193082774946}"/>
              </a:ext>
            </a:extLst>
          </p:cNvPr>
          <p:cNvCxnSpPr/>
          <p:nvPr/>
        </p:nvCxnSpPr>
        <p:spPr>
          <a:xfrm flipV="1">
            <a:off x="3576128" y="7306589"/>
            <a:ext cx="950141" cy="14624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34" name="Straight Connector 33">
            <a:extLst>
              <a:ext uri="{FF2B5EF4-FFF2-40B4-BE49-F238E27FC236}">
                <a16:creationId xmlns:a16="http://schemas.microsoft.com/office/drawing/2014/main" id="{88970515-3408-3148-A8D7-6CA19DAF21AF}"/>
              </a:ext>
            </a:extLst>
          </p:cNvPr>
          <p:cNvCxnSpPr>
            <a:cxnSpLocks/>
          </p:cNvCxnSpPr>
          <p:nvPr/>
        </p:nvCxnSpPr>
        <p:spPr>
          <a:xfrm flipV="1">
            <a:off x="4526269" y="5696356"/>
            <a:ext cx="1016370" cy="1610233"/>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36" name="TextBox 35">
            <a:extLst>
              <a:ext uri="{FF2B5EF4-FFF2-40B4-BE49-F238E27FC236}">
                <a16:creationId xmlns:a16="http://schemas.microsoft.com/office/drawing/2014/main" id="{9A2C05B4-1E92-4444-8D3A-249FD9414E1E}"/>
              </a:ext>
            </a:extLst>
          </p:cNvPr>
          <p:cNvSpPr txBox="1"/>
          <p:nvPr/>
        </p:nvSpPr>
        <p:spPr>
          <a:xfrm>
            <a:off x="8667782" y="2259037"/>
            <a:ext cx="5746307" cy="2419124"/>
          </a:xfrm>
          <a:prstGeom prst="rect">
            <a:avLst/>
          </a:prstGeom>
          <a:noFill/>
        </p:spPr>
        <p:txBody>
          <a:bodyPr wrap="square" rtlCol="0">
            <a:spAutoFit/>
          </a:bodyPr>
          <a:lstStyle/>
          <a:p>
            <a:pPr marL="457200" indent="-457200">
              <a:buAutoNum type="arabicPeriod"/>
            </a:pPr>
            <a:r>
              <a:rPr lang="en-US"/>
              <a:t>Water withdrawals come from cheap renewable sources first.</a:t>
            </a:r>
          </a:p>
          <a:p>
            <a:pPr marL="457200" indent="-457200">
              <a:buAutoNum type="arabicPeriod"/>
            </a:pPr>
            <a:r>
              <a:rPr lang="en-US"/>
              <a:t>If demands exceed the accessible portion in any given timestep, a price interaction between groundwater and renewable water occurs where water is drawn from the cheaper source first.</a:t>
            </a:r>
          </a:p>
        </p:txBody>
      </p:sp>
      <p:cxnSp>
        <p:nvCxnSpPr>
          <p:cNvPr id="37" name="Straight Connector 36">
            <a:extLst>
              <a:ext uri="{FF2B5EF4-FFF2-40B4-BE49-F238E27FC236}">
                <a16:creationId xmlns:a16="http://schemas.microsoft.com/office/drawing/2014/main" id="{DEE39A1F-0C49-E540-88D5-5BA5C5DB32E0}"/>
              </a:ext>
            </a:extLst>
          </p:cNvPr>
          <p:cNvCxnSpPr>
            <a:cxnSpLocks/>
          </p:cNvCxnSpPr>
          <p:nvPr/>
        </p:nvCxnSpPr>
        <p:spPr>
          <a:xfrm flipH="1">
            <a:off x="6521712" y="7443916"/>
            <a:ext cx="1966511" cy="26845"/>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8" name="TextBox 37">
            <a:extLst>
              <a:ext uri="{FF2B5EF4-FFF2-40B4-BE49-F238E27FC236}">
                <a16:creationId xmlns:a16="http://schemas.microsoft.com/office/drawing/2014/main" id="{E9D0ACF2-A68C-4247-B70D-73CA8B3954E6}"/>
              </a:ext>
            </a:extLst>
          </p:cNvPr>
          <p:cNvSpPr txBox="1"/>
          <p:nvPr/>
        </p:nvSpPr>
        <p:spPr>
          <a:xfrm rot="16200000">
            <a:off x="5861842" y="6331869"/>
            <a:ext cx="738682" cy="276999"/>
          </a:xfrm>
          <a:prstGeom prst="rect">
            <a:avLst/>
          </a:prstGeom>
          <a:noFill/>
        </p:spPr>
        <p:txBody>
          <a:bodyPr wrap="square" rtlCol="0">
            <a:spAutoFit/>
          </a:bodyPr>
          <a:lstStyle/>
          <a:p>
            <a:r>
              <a:rPr lang="en-US" sz="1200"/>
              <a:t>Price $</a:t>
            </a:r>
          </a:p>
        </p:txBody>
      </p:sp>
      <p:sp>
        <p:nvSpPr>
          <p:cNvPr id="39" name="TextBox 38">
            <a:extLst>
              <a:ext uri="{FF2B5EF4-FFF2-40B4-BE49-F238E27FC236}">
                <a16:creationId xmlns:a16="http://schemas.microsoft.com/office/drawing/2014/main" id="{31C83555-D23C-F84F-A120-6230C3D00A55}"/>
              </a:ext>
            </a:extLst>
          </p:cNvPr>
          <p:cNvSpPr txBox="1"/>
          <p:nvPr/>
        </p:nvSpPr>
        <p:spPr>
          <a:xfrm>
            <a:off x="6829951" y="7513333"/>
            <a:ext cx="1436805" cy="276999"/>
          </a:xfrm>
          <a:prstGeom prst="rect">
            <a:avLst/>
          </a:prstGeom>
          <a:noFill/>
        </p:spPr>
        <p:txBody>
          <a:bodyPr wrap="square" rtlCol="0">
            <a:spAutoFit/>
          </a:bodyPr>
          <a:lstStyle/>
          <a:p>
            <a:r>
              <a:rPr lang="en-US" sz="1200"/>
              <a:t>Cost Grade</a:t>
            </a:r>
          </a:p>
        </p:txBody>
      </p:sp>
      <p:sp>
        <p:nvSpPr>
          <p:cNvPr id="41" name="Arc 40">
            <a:extLst>
              <a:ext uri="{FF2B5EF4-FFF2-40B4-BE49-F238E27FC236}">
                <a16:creationId xmlns:a16="http://schemas.microsoft.com/office/drawing/2014/main" id="{B718E30D-5BB4-314B-BCA5-D68D5A661940}"/>
              </a:ext>
            </a:extLst>
          </p:cNvPr>
          <p:cNvSpPr/>
          <p:nvPr/>
        </p:nvSpPr>
        <p:spPr>
          <a:xfrm rot="4840005">
            <a:off x="4847740" y="3935530"/>
            <a:ext cx="2556211" cy="4330994"/>
          </a:xfrm>
          <a:prstGeom prst="arc">
            <a:avLst>
              <a:gd name="adj1" fmla="val 16200000"/>
              <a:gd name="adj2" fmla="val 20987925"/>
            </a:avLst>
          </a:pr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DCE39031-6452-C441-99EF-D0E0E06154F5}"/>
              </a:ext>
            </a:extLst>
          </p:cNvPr>
          <p:cNvCxnSpPr>
            <a:cxnSpLocks/>
          </p:cNvCxnSpPr>
          <p:nvPr/>
        </p:nvCxnSpPr>
        <p:spPr>
          <a:xfrm>
            <a:off x="6521712" y="5724176"/>
            <a:ext cx="0" cy="1756473"/>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4" name="Plus 3">
            <a:extLst>
              <a:ext uri="{FF2B5EF4-FFF2-40B4-BE49-F238E27FC236}">
                <a16:creationId xmlns:a16="http://schemas.microsoft.com/office/drawing/2014/main" id="{21069A14-C043-8E3A-5B24-4E6543B22A46}"/>
              </a:ext>
            </a:extLst>
          </p:cNvPr>
          <p:cNvSpPr/>
          <p:nvPr/>
        </p:nvSpPr>
        <p:spPr>
          <a:xfrm>
            <a:off x="4303662" y="2586582"/>
            <a:ext cx="914400" cy="914400"/>
          </a:xfrm>
          <a:prstGeom prst="mathPlus">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851530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6">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2" grpId="0" animBg="1"/>
      <p:bldP spid="35" grpId="0" animBg="1"/>
      <p:bldP spid="30" grpId="0"/>
      <p:bldP spid="31" grpId="0"/>
      <p:bldP spid="38" grpId="0"/>
      <p:bldP spid="39" grpId="0"/>
      <p:bldP spid="4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2CB50818-C9A3-974F-B6C8-3C49CE88A14B}"/>
              </a:ext>
            </a:extLst>
          </p:cNvPr>
          <p:cNvSpPr/>
          <p:nvPr/>
        </p:nvSpPr>
        <p:spPr>
          <a:xfrm>
            <a:off x="6856079" y="5718744"/>
            <a:ext cx="306988" cy="174756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6CF87686-4B75-CF4C-A178-C53AB839CD28}"/>
              </a:ext>
            </a:extLst>
          </p:cNvPr>
          <p:cNvCxnSpPr>
            <a:cxnSpLocks/>
          </p:cNvCxnSpPr>
          <p:nvPr/>
        </p:nvCxnSpPr>
        <p:spPr>
          <a:xfrm>
            <a:off x="6526859" y="5714288"/>
            <a:ext cx="0" cy="1756473"/>
          </a:xfrm>
          <a:prstGeom prst="line">
            <a:avLst/>
          </a:prstGeom>
          <a:ln w="38100">
            <a:noFill/>
          </a:ln>
        </p:spPr>
        <p:style>
          <a:lnRef idx="1">
            <a:schemeClr val="accent2"/>
          </a:lnRef>
          <a:fillRef idx="0">
            <a:schemeClr val="accent2"/>
          </a:fillRef>
          <a:effectRef idx="0">
            <a:schemeClr val="accent2"/>
          </a:effectRef>
          <a:fontRef idx="minor">
            <a:schemeClr val="tx1"/>
          </a:fontRef>
        </p:style>
      </p:cxnSp>
      <p:sp>
        <p:nvSpPr>
          <p:cNvPr id="35" name="Rectangle 34">
            <a:extLst>
              <a:ext uri="{FF2B5EF4-FFF2-40B4-BE49-F238E27FC236}">
                <a16:creationId xmlns:a16="http://schemas.microsoft.com/office/drawing/2014/main" id="{0983255E-F773-CE49-A6BD-CD80A47F9AFC}"/>
              </a:ext>
            </a:extLst>
          </p:cNvPr>
          <p:cNvSpPr/>
          <p:nvPr/>
        </p:nvSpPr>
        <p:spPr>
          <a:xfrm>
            <a:off x="3623029" y="5696356"/>
            <a:ext cx="1257128" cy="172962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8D7E0E9D-C5F7-DE4C-A5A3-48C3BCCDD056}"/>
              </a:ext>
            </a:extLst>
          </p:cNvPr>
          <p:cNvSpPr>
            <a:spLocks noGrp="1"/>
          </p:cNvSpPr>
          <p:nvPr>
            <p:ph type="sldNum" sz="quarter" idx="12"/>
          </p:nvPr>
        </p:nvSpPr>
        <p:spPr/>
        <p:txBody>
          <a:bodyPr/>
          <a:lstStyle/>
          <a:p>
            <a:fld id="{FE7A4BB3-E848-5A44-82DF-322201952CD8}" type="slidenum">
              <a:rPr lang="en-US" smtClean="0"/>
              <a:pPr/>
              <a:t>50</a:t>
            </a:fld>
            <a:endParaRPr lang="en-US"/>
          </a:p>
        </p:txBody>
      </p:sp>
      <p:cxnSp>
        <p:nvCxnSpPr>
          <p:cNvPr id="5" name="Straight Connector 4">
            <a:extLst>
              <a:ext uri="{FF2B5EF4-FFF2-40B4-BE49-F238E27FC236}">
                <a16:creationId xmlns:a16="http://schemas.microsoft.com/office/drawing/2014/main" id="{1B87F771-011F-0045-9D72-1EA22EE2ABED}"/>
              </a:ext>
            </a:extLst>
          </p:cNvPr>
          <p:cNvCxnSpPr>
            <a:cxnSpLocks/>
          </p:cNvCxnSpPr>
          <p:nvPr/>
        </p:nvCxnSpPr>
        <p:spPr>
          <a:xfrm flipH="1">
            <a:off x="2139323" y="3988666"/>
            <a:ext cx="1966511" cy="26845"/>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6" name="TextBox 5">
            <a:extLst>
              <a:ext uri="{FF2B5EF4-FFF2-40B4-BE49-F238E27FC236}">
                <a16:creationId xmlns:a16="http://schemas.microsoft.com/office/drawing/2014/main" id="{2CA42B74-3F10-AF45-92AF-392FA85EBE72}"/>
              </a:ext>
            </a:extLst>
          </p:cNvPr>
          <p:cNvSpPr txBox="1"/>
          <p:nvPr/>
        </p:nvSpPr>
        <p:spPr>
          <a:xfrm rot="16200000">
            <a:off x="1479453" y="2876619"/>
            <a:ext cx="738682" cy="276999"/>
          </a:xfrm>
          <a:prstGeom prst="rect">
            <a:avLst/>
          </a:prstGeom>
          <a:noFill/>
        </p:spPr>
        <p:txBody>
          <a:bodyPr wrap="square" rtlCol="0">
            <a:spAutoFit/>
          </a:bodyPr>
          <a:lstStyle/>
          <a:p>
            <a:r>
              <a:rPr lang="en-US" sz="1200"/>
              <a:t>Price $</a:t>
            </a:r>
          </a:p>
        </p:txBody>
      </p:sp>
      <p:sp>
        <p:nvSpPr>
          <p:cNvPr id="7" name="TextBox 6">
            <a:extLst>
              <a:ext uri="{FF2B5EF4-FFF2-40B4-BE49-F238E27FC236}">
                <a16:creationId xmlns:a16="http://schemas.microsoft.com/office/drawing/2014/main" id="{343F17EA-A3B3-9149-9F66-5503CAA9010A}"/>
              </a:ext>
            </a:extLst>
          </p:cNvPr>
          <p:cNvSpPr txBox="1"/>
          <p:nvPr/>
        </p:nvSpPr>
        <p:spPr>
          <a:xfrm>
            <a:off x="2447562" y="4058083"/>
            <a:ext cx="1436805" cy="276999"/>
          </a:xfrm>
          <a:prstGeom prst="rect">
            <a:avLst/>
          </a:prstGeom>
          <a:noFill/>
        </p:spPr>
        <p:txBody>
          <a:bodyPr wrap="square" rtlCol="0">
            <a:spAutoFit/>
          </a:bodyPr>
          <a:lstStyle/>
          <a:p>
            <a:r>
              <a:rPr lang="en-US" sz="1200"/>
              <a:t>Availability [%]</a:t>
            </a:r>
          </a:p>
        </p:txBody>
      </p:sp>
      <p:cxnSp>
        <p:nvCxnSpPr>
          <p:cNvPr id="8" name="Straight Connector 7">
            <a:extLst>
              <a:ext uri="{FF2B5EF4-FFF2-40B4-BE49-F238E27FC236}">
                <a16:creationId xmlns:a16="http://schemas.microsoft.com/office/drawing/2014/main" id="{277D81D4-C946-3240-940B-56365099D8C7}"/>
              </a:ext>
            </a:extLst>
          </p:cNvPr>
          <p:cNvCxnSpPr>
            <a:cxnSpLocks/>
          </p:cNvCxnSpPr>
          <p:nvPr/>
        </p:nvCxnSpPr>
        <p:spPr>
          <a:xfrm>
            <a:off x="2144470" y="2259038"/>
            <a:ext cx="0" cy="1756473"/>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9" name="Straight Connector 8">
            <a:extLst>
              <a:ext uri="{FF2B5EF4-FFF2-40B4-BE49-F238E27FC236}">
                <a16:creationId xmlns:a16="http://schemas.microsoft.com/office/drawing/2014/main" id="{89D2E212-D1D6-AE4C-9450-61736D5CD874}"/>
              </a:ext>
            </a:extLst>
          </p:cNvPr>
          <p:cNvCxnSpPr/>
          <p:nvPr/>
        </p:nvCxnSpPr>
        <p:spPr>
          <a:xfrm flipV="1">
            <a:off x="2139323" y="3869271"/>
            <a:ext cx="950141" cy="14624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id="{4862E7D9-EA27-F544-A2B4-C1F7CFBD4467}"/>
              </a:ext>
            </a:extLst>
          </p:cNvPr>
          <p:cNvCxnSpPr>
            <a:cxnSpLocks/>
          </p:cNvCxnSpPr>
          <p:nvPr/>
        </p:nvCxnSpPr>
        <p:spPr>
          <a:xfrm flipV="1">
            <a:off x="3089464" y="2259038"/>
            <a:ext cx="1016370" cy="1610233"/>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11" name="TextBox 10">
            <a:extLst>
              <a:ext uri="{FF2B5EF4-FFF2-40B4-BE49-F238E27FC236}">
                <a16:creationId xmlns:a16="http://schemas.microsoft.com/office/drawing/2014/main" id="{5BB4E8D9-ADB1-D242-8AB3-943CB55552A9}"/>
              </a:ext>
            </a:extLst>
          </p:cNvPr>
          <p:cNvSpPr txBox="1"/>
          <p:nvPr/>
        </p:nvSpPr>
        <p:spPr>
          <a:xfrm>
            <a:off x="1524000" y="1415143"/>
            <a:ext cx="3309257" cy="757130"/>
          </a:xfrm>
          <a:prstGeom prst="rect">
            <a:avLst/>
          </a:prstGeom>
          <a:noFill/>
        </p:spPr>
        <p:txBody>
          <a:bodyPr wrap="square" rtlCol="0">
            <a:spAutoFit/>
          </a:bodyPr>
          <a:lstStyle/>
          <a:p>
            <a:pPr algn="ctr"/>
            <a:r>
              <a:rPr lang="en-US"/>
              <a:t>Renewable cost curve</a:t>
            </a:r>
          </a:p>
          <a:p>
            <a:pPr algn="ctr"/>
            <a:r>
              <a:rPr lang="en-US"/>
              <a:t>Basin A</a:t>
            </a:r>
          </a:p>
        </p:txBody>
      </p:sp>
      <p:cxnSp>
        <p:nvCxnSpPr>
          <p:cNvPr id="22" name="Straight Connector 21">
            <a:extLst>
              <a:ext uri="{FF2B5EF4-FFF2-40B4-BE49-F238E27FC236}">
                <a16:creationId xmlns:a16="http://schemas.microsoft.com/office/drawing/2014/main" id="{0EA74B49-7654-594A-8DD7-F42EA033B733}"/>
              </a:ext>
            </a:extLst>
          </p:cNvPr>
          <p:cNvCxnSpPr>
            <a:cxnSpLocks/>
          </p:cNvCxnSpPr>
          <p:nvPr/>
        </p:nvCxnSpPr>
        <p:spPr>
          <a:xfrm flipH="1">
            <a:off x="5829438" y="3988665"/>
            <a:ext cx="1966511" cy="26845"/>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3" name="TextBox 22">
            <a:extLst>
              <a:ext uri="{FF2B5EF4-FFF2-40B4-BE49-F238E27FC236}">
                <a16:creationId xmlns:a16="http://schemas.microsoft.com/office/drawing/2014/main" id="{3D4E85D8-67CC-E347-9715-63B7EE369946}"/>
              </a:ext>
            </a:extLst>
          </p:cNvPr>
          <p:cNvSpPr txBox="1"/>
          <p:nvPr/>
        </p:nvSpPr>
        <p:spPr>
          <a:xfrm rot="16200000">
            <a:off x="5169568" y="2876618"/>
            <a:ext cx="738682" cy="276999"/>
          </a:xfrm>
          <a:prstGeom prst="rect">
            <a:avLst/>
          </a:prstGeom>
          <a:noFill/>
        </p:spPr>
        <p:txBody>
          <a:bodyPr wrap="square" rtlCol="0">
            <a:spAutoFit/>
          </a:bodyPr>
          <a:lstStyle/>
          <a:p>
            <a:r>
              <a:rPr lang="en-US" sz="1200"/>
              <a:t>Price $</a:t>
            </a:r>
          </a:p>
        </p:txBody>
      </p:sp>
      <p:sp>
        <p:nvSpPr>
          <p:cNvPr id="24" name="TextBox 23">
            <a:extLst>
              <a:ext uri="{FF2B5EF4-FFF2-40B4-BE49-F238E27FC236}">
                <a16:creationId xmlns:a16="http://schemas.microsoft.com/office/drawing/2014/main" id="{E22C8EBB-4792-1849-B09C-50603A69B57C}"/>
              </a:ext>
            </a:extLst>
          </p:cNvPr>
          <p:cNvSpPr txBox="1"/>
          <p:nvPr/>
        </p:nvSpPr>
        <p:spPr>
          <a:xfrm>
            <a:off x="6137677" y="4058082"/>
            <a:ext cx="1436805" cy="276999"/>
          </a:xfrm>
          <a:prstGeom prst="rect">
            <a:avLst/>
          </a:prstGeom>
          <a:noFill/>
        </p:spPr>
        <p:txBody>
          <a:bodyPr wrap="square" rtlCol="0">
            <a:spAutoFit/>
          </a:bodyPr>
          <a:lstStyle/>
          <a:p>
            <a:r>
              <a:rPr lang="en-US" sz="1200"/>
              <a:t>Cost Grade</a:t>
            </a:r>
          </a:p>
        </p:txBody>
      </p:sp>
      <p:cxnSp>
        <p:nvCxnSpPr>
          <p:cNvPr id="25" name="Straight Connector 24">
            <a:extLst>
              <a:ext uri="{FF2B5EF4-FFF2-40B4-BE49-F238E27FC236}">
                <a16:creationId xmlns:a16="http://schemas.microsoft.com/office/drawing/2014/main" id="{AC5DD496-5F11-5443-ACC0-C891EA01376C}"/>
              </a:ext>
            </a:extLst>
          </p:cNvPr>
          <p:cNvCxnSpPr>
            <a:cxnSpLocks/>
          </p:cNvCxnSpPr>
          <p:nvPr/>
        </p:nvCxnSpPr>
        <p:spPr>
          <a:xfrm>
            <a:off x="5834585" y="2259037"/>
            <a:ext cx="0" cy="1756473"/>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6" name="Arc 25">
            <a:extLst>
              <a:ext uri="{FF2B5EF4-FFF2-40B4-BE49-F238E27FC236}">
                <a16:creationId xmlns:a16="http://schemas.microsoft.com/office/drawing/2014/main" id="{0A161E12-BEEF-DA4D-8D09-1025200DCF2E}"/>
              </a:ext>
            </a:extLst>
          </p:cNvPr>
          <p:cNvSpPr/>
          <p:nvPr/>
        </p:nvSpPr>
        <p:spPr>
          <a:xfrm rot="4840005">
            <a:off x="4155466" y="480279"/>
            <a:ext cx="2556211" cy="4330994"/>
          </a:xfrm>
          <a:prstGeom prst="arc">
            <a:avLst>
              <a:gd name="adj1" fmla="val 16200000"/>
              <a:gd name="adj2" fmla="val 20987925"/>
            </a:avLst>
          </a:pr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28" name="TextBox 27">
            <a:extLst>
              <a:ext uri="{FF2B5EF4-FFF2-40B4-BE49-F238E27FC236}">
                <a16:creationId xmlns:a16="http://schemas.microsoft.com/office/drawing/2014/main" id="{0FFFED17-6CAE-0542-8F7F-0DA66FA815E3}"/>
              </a:ext>
            </a:extLst>
          </p:cNvPr>
          <p:cNvSpPr txBox="1"/>
          <p:nvPr/>
        </p:nvSpPr>
        <p:spPr>
          <a:xfrm>
            <a:off x="5158064" y="1501907"/>
            <a:ext cx="3309257" cy="757130"/>
          </a:xfrm>
          <a:prstGeom prst="rect">
            <a:avLst/>
          </a:prstGeom>
          <a:noFill/>
        </p:spPr>
        <p:txBody>
          <a:bodyPr wrap="square" rtlCol="0">
            <a:spAutoFit/>
          </a:bodyPr>
          <a:lstStyle/>
          <a:p>
            <a:pPr algn="ctr"/>
            <a:r>
              <a:rPr lang="en-US"/>
              <a:t>Groundwater cost curve</a:t>
            </a:r>
          </a:p>
          <a:p>
            <a:pPr algn="ctr"/>
            <a:r>
              <a:rPr lang="en-US"/>
              <a:t>Basin A</a:t>
            </a:r>
          </a:p>
        </p:txBody>
      </p:sp>
      <p:cxnSp>
        <p:nvCxnSpPr>
          <p:cNvPr id="29" name="Straight Connector 28">
            <a:extLst>
              <a:ext uri="{FF2B5EF4-FFF2-40B4-BE49-F238E27FC236}">
                <a16:creationId xmlns:a16="http://schemas.microsoft.com/office/drawing/2014/main" id="{CFA64280-944C-A240-B604-6D9F51D17775}"/>
              </a:ext>
            </a:extLst>
          </p:cNvPr>
          <p:cNvCxnSpPr>
            <a:cxnSpLocks/>
          </p:cNvCxnSpPr>
          <p:nvPr/>
        </p:nvCxnSpPr>
        <p:spPr>
          <a:xfrm flipH="1">
            <a:off x="3576128" y="7425984"/>
            <a:ext cx="1966511" cy="26845"/>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0" name="TextBox 29">
            <a:extLst>
              <a:ext uri="{FF2B5EF4-FFF2-40B4-BE49-F238E27FC236}">
                <a16:creationId xmlns:a16="http://schemas.microsoft.com/office/drawing/2014/main" id="{70DE53E3-B611-664F-B625-ECC59A64A312}"/>
              </a:ext>
            </a:extLst>
          </p:cNvPr>
          <p:cNvSpPr txBox="1"/>
          <p:nvPr/>
        </p:nvSpPr>
        <p:spPr>
          <a:xfrm rot="16200000">
            <a:off x="2916258" y="6313937"/>
            <a:ext cx="738682" cy="276999"/>
          </a:xfrm>
          <a:prstGeom prst="rect">
            <a:avLst/>
          </a:prstGeom>
          <a:noFill/>
        </p:spPr>
        <p:txBody>
          <a:bodyPr wrap="square" rtlCol="0">
            <a:spAutoFit/>
          </a:bodyPr>
          <a:lstStyle/>
          <a:p>
            <a:r>
              <a:rPr lang="en-US" sz="1200"/>
              <a:t>Price $</a:t>
            </a:r>
          </a:p>
        </p:txBody>
      </p:sp>
      <p:sp>
        <p:nvSpPr>
          <p:cNvPr id="31" name="TextBox 30">
            <a:extLst>
              <a:ext uri="{FF2B5EF4-FFF2-40B4-BE49-F238E27FC236}">
                <a16:creationId xmlns:a16="http://schemas.microsoft.com/office/drawing/2014/main" id="{330C3140-9AF8-5841-92D0-B0B1281A1E7D}"/>
              </a:ext>
            </a:extLst>
          </p:cNvPr>
          <p:cNvSpPr txBox="1"/>
          <p:nvPr/>
        </p:nvSpPr>
        <p:spPr>
          <a:xfrm>
            <a:off x="3884367" y="7495401"/>
            <a:ext cx="1436805" cy="276999"/>
          </a:xfrm>
          <a:prstGeom prst="rect">
            <a:avLst/>
          </a:prstGeom>
          <a:noFill/>
        </p:spPr>
        <p:txBody>
          <a:bodyPr wrap="square" rtlCol="0">
            <a:spAutoFit/>
          </a:bodyPr>
          <a:lstStyle/>
          <a:p>
            <a:r>
              <a:rPr lang="en-US" sz="1200"/>
              <a:t>Availability [%]</a:t>
            </a:r>
          </a:p>
        </p:txBody>
      </p:sp>
      <p:cxnSp>
        <p:nvCxnSpPr>
          <p:cNvPr id="32" name="Straight Connector 31">
            <a:extLst>
              <a:ext uri="{FF2B5EF4-FFF2-40B4-BE49-F238E27FC236}">
                <a16:creationId xmlns:a16="http://schemas.microsoft.com/office/drawing/2014/main" id="{C3C3A90D-E8E3-7846-820B-97546B0CF001}"/>
              </a:ext>
            </a:extLst>
          </p:cNvPr>
          <p:cNvCxnSpPr>
            <a:cxnSpLocks/>
          </p:cNvCxnSpPr>
          <p:nvPr/>
        </p:nvCxnSpPr>
        <p:spPr>
          <a:xfrm>
            <a:off x="3581275" y="5696356"/>
            <a:ext cx="0" cy="1756473"/>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33" name="Straight Connector 32">
            <a:extLst>
              <a:ext uri="{FF2B5EF4-FFF2-40B4-BE49-F238E27FC236}">
                <a16:creationId xmlns:a16="http://schemas.microsoft.com/office/drawing/2014/main" id="{26CA29B3-DF4E-CC4F-8667-193082774946}"/>
              </a:ext>
            </a:extLst>
          </p:cNvPr>
          <p:cNvCxnSpPr/>
          <p:nvPr/>
        </p:nvCxnSpPr>
        <p:spPr>
          <a:xfrm flipV="1">
            <a:off x="3576128" y="7306589"/>
            <a:ext cx="950141" cy="14624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34" name="Straight Connector 33">
            <a:extLst>
              <a:ext uri="{FF2B5EF4-FFF2-40B4-BE49-F238E27FC236}">
                <a16:creationId xmlns:a16="http://schemas.microsoft.com/office/drawing/2014/main" id="{88970515-3408-3148-A8D7-6CA19DAF21AF}"/>
              </a:ext>
            </a:extLst>
          </p:cNvPr>
          <p:cNvCxnSpPr>
            <a:cxnSpLocks/>
          </p:cNvCxnSpPr>
          <p:nvPr/>
        </p:nvCxnSpPr>
        <p:spPr>
          <a:xfrm flipV="1">
            <a:off x="4526269" y="5696356"/>
            <a:ext cx="1016370" cy="1610233"/>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36" name="TextBox 35">
            <a:extLst>
              <a:ext uri="{FF2B5EF4-FFF2-40B4-BE49-F238E27FC236}">
                <a16:creationId xmlns:a16="http://schemas.microsoft.com/office/drawing/2014/main" id="{9A2C05B4-1E92-4444-8D3A-249FD9414E1E}"/>
              </a:ext>
            </a:extLst>
          </p:cNvPr>
          <p:cNvSpPr txBox="1"/>
          <p:nvPr/>
        </p:nvSpPr>
        <p:spPr>
          <a:xfrm>
            <a:off x="8667782" y="2259037"/>
            <a:ext cx="5746307" cy="4745915"/>
          </a:xfrm>
          <a:prstGeom prst="rect">
            <a:avLst/>
          </a:prstGeom>
          <a:noFill/>
        </p:spPr>
        <p:txBody>
          <a:bodyPr wrap="square" rtlCol="0">
            <a:spAutoFit/>
          </a:bodyPr>
          <a:lstStyle/>
          <a:p>
            <a:pPr marL="457200" indent="-457200">
              <a:buAutoNum type="arabicPeriod"/>
            </a:pPr>
            <a:r>
              <a:rPr lang="en-US"/>
              <a:t>Water withdrawals come from cheap renewable sources first.</a:t>
            </a:r>
          </a:p>
          <a:p>
            <a:pPr marL="457200" indent="-457200">
              <a:buAutoNum type="arabicPeriod"/>
            </a:pPr>
            <a:r>
              <a:rPr lang="en-US"/>
              <a:t>If demands exceed the accessible portion in any given timestep, a price interaction between groundwater and renewable water occurs where water is drawn from the cheaper source first.</a:t>
            </a:r>
          </a:p>
          <a:p>
            <a:pPr marL="457200" indent="-457200">
              <a:buAutoNum type="arabicPeriod"/>
            </a:pPr>
            <a:r>
              <a:rPr lang="en-US"/>
              <a:t>As groundwater is exhausted in low-cost grades, the point of interaction between renewable and groundwater is pushed to higher prices</a:t>
            </a:r>
          </a:p>
          <a:p>
            <a:pPr marL="457200" indent="-457200">
              <a:buAutoNum type="arabicPeriod"/>
            </a:pPr>
            <a:r>
              <a:rPr lang="en-US"/>
              <a:t>More water than is deemed accessible must be pulled in order to start the price interaction with groundwater</a:t>
            </a:r>
          </a:p>
        </p:txBody>
      </p:sp>
      <p:cxnSp>
        <p:nvCxnSpPr>
          <p:cNvPr id="37" name="Straight Connector 36">
            <a:extLst>
              <a:ext uri="{FF2B5EF4-FFF2-40B4-BE49-F238E27FC236}">
                <a16:creationId xmlns:a16="http://schemas.microsoft.com/office/drawing/2014/main" id="{DEE39A1F-0C49-E540-88D5-5BA5C5DB32E0}"/>
              </a:ext>
            </a:extLst>
          </p:cNvPr>
          <p:cNvCxnSpPr>
            <a:cxnSpLocks/>
          </p:cNvCxnSpPr>
          <p:nvPr/>
        </p:nvCxnSpPr>
        <p:spPr>
          <a:xfrm flipH="1">
            <a:off x="6521712" y="7443916"/>
            <a:ext cx="1966511" cy="26845"/>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38" name="TextBox 37">
            <a:extLst>
              <a:ext uri="{FF2B5EF4-FFF2-40B4-BE49-F238E27FC236}">
                <a16:creationId xmlns:a16="http://schemas.microsoft.com/office/drawing/2014/main" id="{E9D0ACF2-A68C-4247-B70D-73CA8B3954E6}"/>
              </a:ext>
            </a:extLst>
          </p:cNvPr>
          <p:cNvSpPr txBox="1"/>
          <p:nvPr/>
        </p:nvSpPr>
        <p:spPr>
          <a:xfrm rot="16200000">
            <a:off x="5861842" y="6331869"/>
            <a:ext cx="738682" cy="276999"/>
          </a:xfrm>
          <a:prstGeom prst="rect">
            <a:avLst/>
          </a:prstGeom>
          <a:noFill/>
        </p:spPr>
        <p:txBody>
          <a:bodyPr wrap="square" rtlCol="0">
            <a:spAutoFit/>
          </a:bodyPr>
          <a:lstStyle/>
          <a:p>
            <a:r>
              <a:rPr lang="en-US" sz="1200"/>
              <a:t>Price $</a:t>
            </a:r>
          </a:p>
        </p:txBody>
      </p:sp>
      <p:sp>
        <p:nvSpPr>
          <p:cNvPr id="39" name="TextBox 38">
            <a:extLst>
              <a:ext uri="{FF2B5EF4-FFF2-40B4-BE49-F238E27FC236}">
                <a16:creationId xmlns:a16="http://schemas.microsoft.com/office/drawing/2014/main" id="{31C83555-D23C-F84F-A120-6230C3D00A55}"/>
              </a:ext>
            </a:extLst>
          </p:cNvPr>
          <p:cNvSpPr txBox="1"/>
          <p:nvPr/>
        </p:nvSpPr>
        <p:spPr>
          <a:xfrm>
            <a:off x="6829951" y="7513333"/>
            <a:ext cx="1436805" cy="276999"/>
          </a:xfrm>
          <a:prstGeom prst="rect">
            <a:avLst/>
          </a:prstGeom>
          <a:noFill/>
        </p:spPr>
        <p:txBody>
          <a:bodyPr wrap="square" rtlCol="0">
            <a:spAutoFit/>
          </a:bodyPr>
          <a:lstStyle/>
          <a:p>
            <a:r>
              <a:rPr lang="en-US" sz="1200"/>
              <a:t>Cost Grade</a:t>
            </a:r>
          </a:p>
        </p:txBody>
      </p:sp>
      <p:sp>
        <p:nvSpPr>
          <p:cNvPr id="41" name="Arc 40">
            <a:extLst>
              <a:ext uri="{FF2B5EF4-FFF2-40B4-BE49-F238E27FC236}">
                <a16:creationId xmlns:a16="http://schemas.microsoft.com/office/drawing/2014/main" id="{B718E30D-5BB4-314B-BCA5-D68D5A661940}"/>
              </a:ext>
            </a:extLst>
          </p:cNvPr>
          <p:cNvSpPr/>
          <p:nvPr/>
        </p:nvSpPr>
        <p:spPr>
          <a:xfrm rot="4840005">
            <a:off x="4847740" y="3935530"/>
            <a:ext cx="2556211" cy="4330994"/>
          </a:xfrm>
          <a:prstGeom prst="arc">
            <a:avLst>
              <a:gd name="adj1" fmla="val 16200000"/>
              <a:gd name="adj2" fmla="val 20987925"/>
            </a:avLst>
          </a:pr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DCE39031-6452-C441-99EF-D0E0E06154F5}"/>
              </a:ext>
            </a:extLst>
          </p:cNvPr>
          <p:cNvCxnSpPr>
            <a:cxnSpLocks/>
          </p:cNvCxnSpPr>
          <p:nvPr/>
        </p:nvCxnSpPr>
        <p:spPr>
          <a:xfrm>
            <a:off x="6521712" y="5724176"/>
            <a:ext cx="0" cy="1756473"/>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43" name="Rectangle 42">
            <a:extLst>
              <a:ext uri="{FF2B5EF4-FFF2-40B4-BE49-F238E27FC236}">
                <a16:creationId xmlns:a16="http://schemas.microsoft.com/office/drawing/2014/main" id="{134490F0-F700-774F-A937-8C4D02A16C1E}"/>
              </a:ext>
            </a:extLst>
          </p:cNvPr>
          <p:cNvSpPr/>
          <p:nvPr/>
        </p:nvSpPr>
        <p:spPr>
          <a:xfrm>
            <a:off x="6553096" y="5696356"/>
            <a:ext cx="306988" cy="1747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2">
            <a:extLst>
              <a:ext uri="{FF2B5EF4-FFF2-40B4-BE49-F238E27FC236}">
                <a16:creationId xmlns:a16="http://schemas.microsoft.com/office/drawing/2014/main" id="{CBF7E528-F870-6EE1-058C-B1C494340E94}"/>
              </a:ext>
            </a:extLst>
          </p:cNvPr>
          <p:cNvSpPr txBox="1">
            <a:spLocks/>
          </p:cNvSpPr>
          <p:nvPr/>
        </p:nvSpPr>
        <p:spPr>
          <a:xfrm>
            <a:off x="3181382" y="546434"/>
            <a:ext cx="10972800" cy="607509"/>
          </a:xfrm>
          <a:prstGeom prst="rect">
            <a:avLst/>
          </a:prstGeom>
        </p:spPr>
        <p:txBody>
          <a:bodyPr lIns="0" anchor="b"/>
          <a:lstStyle>
            <a:lvl1pPr algn="l" defTabSz="1097280" rtl="0" eaLnBrk="1" latinLnBrk="0" hangingPunct="1">
              <a:lnSpc>
                <a:spcPct val="90000"/>
              </a:lnSpc>
              <a:spcBef>
                <a:spcPct val="0"/>
              </a:spcBef>
              <a:buNone/>
              <a:defRPr lang="en-US" sz="3600" b="1" kern="1200" dirty="0">
                <a:solidFill>
                  <a:schemeClr val="tx2"/>
                </a:solidFill>
                <a:latin typeface="Arial" panose="020B0604020202020204" pitchFamily="34" charset="0"/>
                <a:ea typeface="+mn-ea"/>
                <a:cs typeface="Arial" panose="020B0604020202020204" pitchFamily="34" charset="0"/>
              </a:defRPr>
            </a:lvl1pPr>
          </a:lstStyle>
          <a:p>
            <a:r>
              <a:rPr lang="en-US"/>
              <a:t>Surface Water and Groundwater Price Interaction</a:t>
            </a:r>
          </a:p>
        </p:txBody>
      </p:sp>
      <p:sp>
        <p:nvSpPr>
          <p:cNvPr id="14" name="Plus 13">
            <a:extLst>
              <a:ext uri="{FF2B5EF4-FFF2-40B4-BE49-F238E27FC236}">
                <a16:creationId xmlns:a16="http://schemas.microsoft.com/office/drawing/2014/main" id="{B4899F6E-3064-84F2-51DD-4252A05E35ED}"/>
              </a:ext>
            </a:extLst>
          </p:cNvPr>
          <p:cNvSpPr/>
          <p:nvPr/>
        </p:nvSpPr>
        <p:spPr>
          <a:xfrm>
            <a:off x="4303662" y="2586582"/>
            <a:ext cx="914400" cy="914400"/>
          </a:xfrm>
          <a:prstGeom prst="mathPlus">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60510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35" grpId="0" animBg="1"/>
      <p:bldP spid="4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Water Demand in GCAM</a:t>
            </a:r>
          </a:p>
        </p:txBody>
      </p:sp>
    </p:spTree>
    <p:extLst>
      <p:ext uri="{BB962C8B-B14F-4D97-AF65-F5344CB8AC3E}">
        <p14:creationId xmlns:p14="http://schemas.microsoft.com/office/powerpoint/2010/main" val="252703567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CFCE85-0955-275D-3CF4-22C501E07237}"/>
              </a:ext>
            </a:extLst>
          </p:cNvPr>
          <p:cNvSpPr>
            <a:spLocks noGrp="1"/>
          </p:cNvSpPr>
          <p:nvPr>
            <p:ph type="title"/>
          </p:nvPr>
        </p:nvSpPr>
        <p:spPr/>
        <p:txBody>
          <a:bodyPr/>
          <a:lstStyle/>
          <a:p>
            <a:r>
              <a:rPr lang="en-US"/>
              <a:t>Understanding the Types Water Demand in GCAM</a:t>
            </a:r>
          </a:p>
        </p:txBody>
      </p:sp>
      <p:sp>
        <p:nvSpPr>
          <p:cNvPr id="4" name="Content Placeholder 3">
            <a:extLst>
              <a:ext uri="{FF2B5EF4-FFF2-40B4-BE49-F238E27FC236}">
                <a16:creationId xmlns:a16="http://schemas.microsoft.com/office/drawing/2014/main" id="{CFDE9181-FEDC-54C0-DBE6-69F2CB39136A}"/>
              </a:ext>
            </a:extLst>
          </p:cNvPr>
          <p:cNvSpPr>
            <a:spLocks noGrp="1"/>
          </p:cNvSpPr>
          <p:nvPr>
            <p:ph sz="quarter" idx="20"/>
          </p:nvPr>
        </p:nvSpPr>
        <p:spPr/>
        <p:txBody>
          <a:bodyPr/>
          <a:lstStyle/>
          <a:p>
            <a:pPr algn="l">
              <a:buFont typeface="Arial" panose="020B0604020202020204" pitchFamily="34" charset="0"/>
              <a:buChar char="•"/>
            </a:pPr>
            <a:r>
              <a:rPr lang="en-US" b="1">
                <a:solidFill>
                  <a:srgbClr val="000000"/>
                </a:solidFill>
                <a:latin typeface="Times"/>
              </a:rPr>
              <a:t>W</a:t>
            </a:r>
            <a:r>
              <a:rPr lang="en-US" b="1" i="0">
                <a:solidFill>
                  <a:srgbClr val="000000"/>
                </a:solidFill>
                <a:effectLst/>
                <a:latin typeface="Times"/>
              </a:rPr>
              <a:t>ater </a:t>
            </a:r>
            <a:r>
              <a:rPr lang="en-US" b="1">
                <a:solidFill>
                  <a:srgbClr val="000000"/>
                </a:solidFill>
                <a:latin typeface="Times"/>
              </a:rPr>
              <a:t>W</a:t>
            </a:r>
            <a:r>
              <a:rPr lang="en-US" b="1" i="0">
                <a:solidFill>
                  <a:srgbClr val="000000"/>
                </a:solidFill>
                <a:effectLst/>
                <a:latin typeface="Times"/>
              </a:rPr>
              <a:t>ithdrawals</a:t>
            </a:r>
            <a:r>
              <a:rPr lang="en-US" b="0" i="0">
                <a:solidFill>
                  <a:srgbClr val="000000"/>
                </a:solidFill>
                <a:effectLst/>
                <a:latin typeface="Times"/>
              </a:rPr>
              <a:t>: water diverted or withdrawn from a surface water or groundwater source.</a:t>
            </a:r>
          </a:p>
          <a:p>
            <a:pPr algn="l">
              <a:buFont typeface="Arial" panose="020B0604020202020204" pitchFamily="34" charset="0"/>
              <a:buChar char="•"/>
            </a:pPr>
            <a:r>
              <a:rPr lang="en-US" b="1">
                <a:solidFill>
                  <a:srgbClr val="000000"/>
                </a:solidFill>
                <a:latin typeface="Times"/>
              </a:rPr>
              <a:t>W</a:t>
            </a:r>
            <a:r>
              <a:rPr lang="en-US" b="1" i="0">
                <a:solidFill>
                  <a:srgbClr val="000000"/>
                </a:solidFill>
                <a:effectLst/>
                <a:latin typeface="Times"/>
              </a:rPr>
              <a:t>ater </a:t>
            </a:r>
            <a:r>
              <a:rPr lang="en-US" b="1">
                <a:solidFill>
                  <a:srgbClr val="000000"/>
                </a:solidFill>
                <a:latin typeface="Times"/>
              </a:rPr>
              <a:t>C</a:t>
            </a:r>
            <a:r>
              <a:rPr lang="en-US" b="1" i="0">
                <a:solidFill>
                  <a:srgbClr val="000000"/>
                </a:solidFill>
                <a:effectLst/>
                <a:latin typeface="Times"/>
              </a:rPr>
              <a:t>onsumption</a:t>
            </a:r>
            <a:r>
              <a:rPr lang="en-US" b="0" i="0">
                <a:solidFill>
                  <a:srgbClr val="000000"/>
                </a:solidFill>
                <a:effectLst/>
                <a:latin typeface="Times"/>
              </a:rPr>
              <a:t>: water use that permanently withdraws water from its source; water that is no longer available because it has evaporated, been transpired by plants, incorporated into products or crops, consumed by people or livestock, or otherwise removed from the immediate water environment.</a:t>
            </a:r>
          </a:p>
          <a:p>
            <a:pPr algn="l">
              <a:buFont typeface="Arial" panose="020B0604020202020204" pitchFamily="34" charset="0"/>
              <a:buChar char="•"/>
            </a:pPr>
            <a:r>
              <a:rPr lang="en-US" b="1">
                <a:solidFill>
                  <a:srgbClr val="000000"/>
                </a:solidFill>
                <a:latin typeface="Times"/>
              </a:rPr>
              <a:t>B</a:t>
            </a:r>
            <a:r>
              <a:rPr lang="en-US" b="1" i="0">
                <a:solidFill>
                  <a:srgbClr val="000000"/>
                </a:solidFill>
                <a:effectLst/>
                <a:latin typeface="Times"/>
              </a:rPr>
              <a:t>iophysical </a:t>
            </a:r>
            <a:r>
              <a:rPr lang="en-US" b="1">
                <a:solidFill>
                  <a:srgbClr val="000000"/>
                </a:solidFill>
                <a:latin typeface="Times"/>
              </a:rPr>
              <a:t>W</a:t>
            </a:r>
            <a:r>
              <a:rPr lang="en-US" b="1" i="0">
                <a:solidFill>
                  <a:srgbClr val="000000"/>
                </a:solidFill>
                <a:effectLst/>
                <a:latin typeface="Times"/>
              </a:rPr>
              <a:t>ater </a:t>
            </a:r>
            <a:r>
              <a:rPr lang="en-US" b="1">
                <a:solidFill>
                  <a:srgbClr val="000000"/>
                </a:solidFill>
                <a:latin typeface="Times"/>
              </a:rPr>
              <a:t>C</a:t>
            </a:r>
            <a:r>
              <a:rPr lang="en-US" b="1" i="0">
                <a:solidFill>
                  <a:srgbClr val="000000"/>
                </a:solidFill>
                <a:effectLst/>
                <a:latin typeface="Times"/>
              </a:rPr>
              <a:t>onsumption</a:t>
            </a:r>
            <a:r>
              <a:rPr lang="en-US" b="0" i="0">
                <a:solidFill>
                  <a:srgbClr val="000000"/>
                </a:solidFill>
                <a:effectLst/>
                <a:latin typeface="Times"/>
              </a:rPr>
              <a:t>: total water required for crop </a:t>
            </a:r>
            <a:r>
              <a:rPr lang="en-US" b="0" i="0" err="1">
                <a:solidFill>
                  <a:srgbClr val="000000"/>
                </a:solidFill>
                <a:effectLst/>
                <a:latin typeface="Times"/>
              </a:rPr>
              <a:t>evapo</a:t>
            </a:r>
            <a:r>
              <a:rPr lang="en-US" b="0" i="0">
                <a:solidFill>
                  <a:srgbClr val="000000"/>
                </a:solidFill>
                <a:effectLst/>
                <a:latin typeface="Times"/>
              </a:rPr>
              <a:t>-transpiration; the sum of blue (runoff + groundwater) and green</a:t>
            </a:r>
            <a:r>
              <a:rPr lang="en-US">
                <a:solidFill>
                  <a:srgbClr val="000000"/>
                </a:solidFill>
                <a:latin typeface="Times"/>
              </a:rPr>
              <a:t> (soil moisture)</a:t>
            </a:r>
            <a:r>
              <a:rPr lang="en-US" b="0" i="0">
                <a:solidFill>
                  <a:srgbClr val="000000"/>
                </a:solidFill>
                <a:effectLst/>
                <a:latin typeface="Times"/>
              </a:rPr>
              <a:t> water</a:t>
            </a:r>
          </a:p>
          <a:p>
            <a:pPr algn="l">
              <a:buFont typeface="Arial" panose="020B0604020202020204" pitchFamily="34" charset="0"/>
              <a:buChar char="•"/>
            </a:pPr>
            <a:r>
              <a:rPr lang="en-US" b="1">
                <a:solidFill>
                  <a:srgbClr val="000000"/>
                </a:solidFill>
                <a:latin typeface="Times"/>
              </a:rPr>
              <a:t>S</a:t>
            </a:r>
            <a:r>
              <a:rPr lang="en-US" b="1" i="0">
                <a:solidFill>
                  <a:srgbClr val="000000"/>
                </a:solidFill>
                <a:effectLst/>
                <a:latin typeface="Times"/>
              </a:rPr>
              <a:t>eawater</a:t>
            </a:r>
            <a:r>
              <a:rPr lang="en-US" b="0" i="0">
                <a:solidFill>
                  <a:srgbClr val="000000"/>
                </a:solidFill>
                <a:effectLst/>
                <a:latin typeface="Times"/>
              </a:rPr>
              <a:t>: water from the oceans, including brackish estuaries, that is withdrawn for cooling thermo-electric power plants, used in primary energy production, or as an input for desalination.</a:t>
            </a:r>
          </a:p>
          <a:p>
            <a:endParaRPr lang="en-US"/>
          </a:p>
        </p:txBody>
      </p:sp>
    </p:spTree>
    <p:extLst>
      <p:ext uri="{BB962C8B-B14F-4D97-AF65-F5344CB8AC3E}">
        <p14:creationId xmlns:p14="http://schemas.microsoft.com/office/powerpoint/2010/main" val="177340409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01AA53-BFEA-D0B0-AA83-6F9C7DA0B6E0}"/>
              </a:ext>
            </a:extLst>
          </p:cNvPr>
          <p:cNvSpPr>
            <a:spLocks noGrp="1"/>
          </p:cNvSpPr>
          <p:nvPr>
            <p:ph type="sldNum" sz="quarter" idx="12"/>
          </p:nvPr>
        </p:nvSpPr>
        <p:spPr/>
        <p:txBody>
          <a:bodyPr/>
          <a:lstStyle/>
          <a:p>
            <a:fld id="{FE7A4BB3-E848-5A44-82DF-322201952CD8}" type="slidenum">
              <a:rPr lang="en-US" smtClean="0"/>
              <a:pPr/>
              <a:t>53</a:t>
            </a:fld>
            <a:endParaRPr lang="en-US"/>
          </a:p>
        </p:txBody>
      </p:sp>
      <p:sp>
        <p:nvSpPr>
          <p:cNvPr id="3" name="Title 2">
            <a:extLst>
              <a:ext uri="{FF2B5EF4-FFF2-40B4-BE49-F238E27FC236}">
                <a16:creationId xmlns:a16="http://schemas.microsoft.com/office/drawing/2014/main" id="{96D87143-BCE5-6F5A-226B-75A389941D1D}"/>
              </a:ext>
            </a:extLst>
          </p:cNvPr>
          <p:cNvSpPr>
            <a:spLocks noGrp="1"/>
          </p:cNvSpPr>
          <p:nvPr>
            <p:ph type="title"/>
          </p:nvPr>
        </p:nvSpPr>
        <p:spPr/>
        <p:txBody>
          <a:bodyPr/>
          <a:lstStyle/>
          <a:p>
            <a:r>
              <a:rPr lang="en-US"/>
              <a:t>Sectoral Water Demands in GCAM</a:t>
            </a:r>
          </a:p>
        </p:txBody>
      </p:sp>
      <p:graphicFrame>
        <p:nvGraphicFramePr>
          <p:cNvPr id="7" name="Diagram 6">
            <a:extLst>
              <a:ext uri="{FF2B5EF4-FFF2-40B4-BE49-F238E27FC236}">
                <a16:creationId xmlns:a16="http://schemas.microsoft.com/office/drawing/2014/main" id="{80D3BA7C-2446-B5E9-E262-B1A2FDAE14B7}"/>
              </a:ext>
            </a:extLst>
          </p:cNvPr>
          <p:cNvGraphicFramePr/>
          <p:nvPr>
            <p:extLst>
              <p:ext uri="{D42A27DB-BD31-4B8C-83A1-F6EECF244321}">
                <p14:modId xmlns:p14="http://schemas.microsoft.com/office/powerpoint/2010/main" val="3726765413"/>
              </p:ext>
            </p:extLst>
          </p:nvPr>
        </p:nvGraphicFramePr>
        <p:xfrm>
          <a:off x="3352799" y="1626704"/>
          <a:ext cx="8295861" cy="63742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5097015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F65FE3-E42B-75B7-DDBD-FA69990A5424}"/>
              </a:ext>
            </a:extLst>
          </p:cNvPr>
          <p:cNvSpPr>
            <a:spLocks noGrp="1"/>
          </p:cNvSpPr>
          <p:nvPr>
            <p:ph type="sldNum" sz="quarter" idx="12"/>
          </p:nvPr>
        </p:nvSpPr>
        <p:spPr/>
        <p:txBody>
          <a:bodyPr/>
          <a:lstStyle/>
          <a:p>
            <a:fld id="{FE7A4BB3-E848-5A44-82DF-322201952CD8}" type="slidenum">
              <a:rPr lang="en-US" smtClean="0"/>
              <a:pPr/>
              <a:t>54</a:t>
            </a:fld>
            <a:endParaRPr lang="en-US"/>
          </a:p>
        </p:txBody>
      </p:sp>
      <p:sp>
        <p:nvSpPr>
          <p:cNvPr id="3" name="Title 2">
            <a:extLst>
              <a:ext uri="{FF2B5EF4-FFF2-40B4-BE49-F238E27FC236}">
                <a16:creationId xmlns:a16="http://schemas.microsoft.com/office/drawing/2014/main" id="{1EF9DBBC-2DF9-9D84-5B54-0F1CBC2F9A67}"/>
              </a:ext>
            </a:extLst>
          </p:cNvPr>
          <p:cNvSpPr>
            <a:spLocks noGrp="1"/>
          </p:cNvSpPr>
          <p:nvPr>
            <p:ph type="title"/>
          </p:nvPr>
        </p:nvSpPr>
        <p:spPr/>
        <p:txBody>
          <a:bodyPr lIns="0" tIns="45720" rIns="91440" bIns="45720" anchor="b"/>
          <a:lstStyle/>
          <a:p>
            <a:r>
              <a:rPr lang="en-US">
                <a:latin typeface="Arial"/>
                <a:cs typeface="Arial"/>
              </a:rPr>
              <a:t>Sectoral Water Demand Coefficients</a:t>
            </a:r>
            <a:endParaRPr lang="en-US"/>
          </a:p>
        </p:txBody>
      </p:sp>
      <p:sp>
        <p:nvSpPr>
          <p:cNvPr id="4" name="Content Placeholder 3">
            <a:extLst>
              <a:ext uri="{FF2B5EF4-FFF2-40B4-BE49-F238E27FC236}">
                <a16:creationId xmlns:a16="http://schemas.microsoft.com/office/drawing/2014/main" id="{6A64DDC0-015A-2D32-6CF2-A0DA9ADDE2E9}"/>
              </a:ext>
            </a:extLst>
          </p:cNvPr>
          <p:cNvSpPr>
            <a:spLocks noGrp="1"/>
          </p:cNvSpPr>
          <p:nvPr>
            <p:ph sz="quarter" idx="20"/>
          </p:nvPr>
        </p:nvSpPr>
        <p:spPr/>
        <p:txBody>
          <a:bodyPr lIns="91440" tIns="45720" rIns="91440" bIns="45720" anchor="t"/>
          <a:lstStyle/>
          <a:p>
            <a:r>
              <a:rPr lang="en-US">
                <a:latin typeface="Arial"/>
                <a:cs typeface="Arial"/>
              </a:rPr>
              <a:t>Domestic (see </a:t>
            </a:r>
            <a:r>
              <a:rPr lang="en-US">
                <a:latin typeface="Arial"/>
                <a:cs typeface="Arial"/>
                <a:hlinkClick r:id="rId2"/>
              </a:rPr>
              <a:t>Hejazi et al., 2013</a:t>
            </a:r>
            <a:r>
              <a:rPr lang="en-US">
                <a:latin typeface="Arial"/>
                <a:cs typeface="Arial"/>
              </a:rPr>
              <a:t> for more): </a:t>
            </a:r>
          </a:p>
          <a:p>
            <a:pPr lvl="1"/>
            <a:r>
              <a:rPr lang="en-US">
                <a:latin typeface="Arial"/>
                <a:cs typeface="Arial"/>
              </a:rPr>
              <a:t>Historical withdrawal values sourced from FAO AQUASTAT which are </a:t>
            </a:r>
            <a:r>
              <a:rPr lang="en-US" err="1">
                <a:latin typeface="Arial"/>
                <a:cs typeface="Arial"/>
              </a:rPr>
              <a:t>asssumed</a:t>
            </a:r>
            <a:r>
              <a:rPr lang="en-US">
                <a:latin typeface="Arial"/>
                <a:cs typeface="Arial"/>
              </a:rPr>
              <a:t> to grow with population and GDP. Technological change also assumed.</a:t>
            </a:r>
          </a:p>
          <a:p>
            <a:pPr lvl="1"/>
            <a:r>
              <a:rPr lang="en-US">
                <a:latin typeface="Arial"/>
                <a:cs typeface="Arial"/>
              </a:rPr>
              <a:t>Consumption coefficients derived from </a:t>
            </a:r>
            <a:r>
              <a:rPr lang="en-US" err="1">
                <a:latin typeface="Arial"/>
                <a:cs typeface="Arial"/>
              </a:rPr>
              <a:t>Shiklomanov</a:t>
            </a:r>
            <a:r>
              <a:rPr lang="en-US">
                <a:latin typeface="Arial"/>
                <a:cs typeface="Arial"/>
              </a:rPr>
              <a:t> 2000 and </a:t>
            </a:r>
            <a:r>
              <a:rPr lang="en-US">
                <a:latin typeface="Arial"/>
                <a:cs typeface="Times"/>
              </a:rPr>
              <a:t>indicates only the water that is used by consumers in a way that it is not returned to the immediate water environment.</a:t>
            </a:r>
            <a:endParaRPr lang="en-US">
              <a:latin typeface="Arial"/>
              <a:cs typeface="Arial"/>
            </a:endParaRPr>
          </a:p>
          <a:p>
            <a:pPr lvl="1"/>
            <a:endParaRPr lang="en-US">
              <a:latin typeface="Arial"/>
              <a:cs typeface="Times"/>
            </a:endParaRPr>
          </a:p>
          <a:p>
            <a:pPr lvl="1"/>
            <a:endParaRPr lang="en-US">
              <a:latin typeface="Arial"/>
              <a:cs typeface="Times"/>
            </a:endParaRPr>
          </a:p>
          <a:p>
            <a:r>
              <a:rPr lang="en-US">
                <a:latin typeface="Arial"/>
                <a:cs typeface="Arial"/>
              </a:rPr>
              <a:t>Electricity Generation (see </a:t>
            </a:r>
            <a:r>
              <a:rPr lang="en-US">
                <a:latin typeface="Arial"/>
                <a:cs typeface="Arial"/>
                <a:hlinkClick r:id="rId3"/>
              </a:rPr>
              <a:t>Davies et al., 2013</a:t>
            </a:r>
            <a:r>
              <a:rPr lang="en-US">
                <a:latin typeface="Arial"/>
                <a:cs typeface="Arial"/>
              </a:rPr>
              <a:t> &amp; </a:t>
            </a:r>
            <a:r>
              <a:rPr lang="en-US">
                <a:latin typeface="Arial"/>
                <a:cs typeface="Arial"/>
                <a:hlinkClick r:id="rId4"/>
              </a:rPr>
              <a:t>Kyle et al., 2013</a:t>
            </a:r>
            <a:r>
              <a:rPr lang="en-US">
                <a:latin typeface="Arial"/>
                <a:cs typeface="Arial"/>
              </a:rPr>
              <a:t> for more):</a:t>
            </a:r>
          </a:p>
          <a:p>
            <a:pPr lvl="1"/>
            <a:r>
              <a:rPr lang="en-US">
                <a:latin typeface="Arial"/>
                <a:cs typeface="Arial"/>
              </a:rPr>
              <a:t>Demand coefficients for five cooling types derived from </a:t>
            </a:r>
            <a:r>
              <a:rPr lang="en-US">
                <a:latin typeface="Arial"/>
                <a:cs typeface="Arial"/>
                <a:hlinkClick r:id="rId5"/>
              </a:rPr>
              <a:t>Macknick et al., 2011</a:t>
            </a:r>
            <a:r>
              <a:rPr lang="en-US">
                <a:latin typeface="Arial"/>
                <a:cs typeface="Arial"/>
              </a:rPr>
              <a:t>. </a:t>
            </a:r>
            <a:r>
              <a:rPr lang="en-US">
                <a:solidFill>
                  <a:srgbClr val="616265"/>
                </a:solidFill>
                <a:latin typeface="Arial"/>
                <a:cs typeface="Arial"/>
              </a:rPr>
              <a:t>Cooling system options compete in a calibrated logit nest, similar to the competition between fuels within this sector with capital costs for cooling systems coming from </a:t>
            </a:r>
            <a:r>
              <a:rPr lang="en-US">
                <a:solidFill>
                  <a:srgbClr val="616265"/>
                </a:solidFill>
                <a:latin typeface="Arial"/>
                <a:cs typeface="Arial"/>
                <a:hlinkClick r:id="rId6"/>
              </a:rPr>
              <a:t>NETL 2008</a:t>
            </a:r>
            <a:endParaRPr lang="en-US">
              <a:solidFill>
                <a:srgbClr val="616265"/>
              </a:solidFill>
              <a:latin typeface="Arial"/>
              <a:cs typeface="Arial"/>
            </a:endParaRPr>
          </a:p>
          <a:p>
            <a:endParaRPr lang="en-US"/>
          </a:p>
        </p:txBody>
      </p:sp>
    </p:spTree>
    <p:extLst>
      <p:ext uri="{BB962C8B-B14F-4D97-AF65-F5344CB8AC3E}">
        <p14:creationId xmlns:p14="http://schemas.microsoft.com/office/powerpoint/2010/main" val="412391997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F56B83-53D7-0684-77A4-DEB3E83F18B9}"/>
              </a:ext>
            </a:extLst>
          </p:cNvPr>
          <p:cNvSpPr>
            <a:spLocks noGrp="1"/>
          </p:cNvSpPr>
          <p:nvPr>
            <p:ph type="sldNum" sz="quarter" idx="12"/>
          </p:nvPr>
        </p:nvSpPr>
        <p:spPr/>
        <p:txBody>
          <a:bodyPr/>
          <a:lstStyle/>
          <a:p>
            <a:fld id="{FE7A4BB3-E848-5A44-82DF-322201952CD8}" type="slidenum">
              <a:rPr lang="en-US" smtClean="0"/>
              <a:pPr/>
              <a:t>55</a:t>
            </a:fld>
            <a:endParaRPr lang="en-US"/>
          </a:p>
        </p:txBody>
      </p:sp>
      <p:sp>
        <p:nvSpPr>
          <p:cNvPr id="3" name="Title 2">
            <a:extLst>
              <a:ext uri="{FF2B5EF4-FFF2-40B4-BE49-F238E27FC236}">
                <a16:creationId xmlns:a16="http://schemas.microsoft.com/office/drawing/2014/main" id="{90C349B4-B99E-C4A1-CC23-4AC72F717204}"/>
              </a:ext>
            </a:extLst>
          </p:cNvPr>
          <p:cNvSpPr>
            <a:spLocks noGrp="1"/>
          </p:cNvSpPr>
          <p:nvPr>
            <p:ph type="title"/>
          </p:nvPr>
        </p:nvSpPr>
        <p:spPr/>
        <p:txBody>
          <a:bodyPr lIns="0" tIns="45720" rIns="91440" bIns="45720" anchor="b"/>
          <a:lstStyle/>
          <a:p>
            <a:r>
              <a:rPr lang="en-US">
                <a:latin typeface="Arial"/>
                <a:cs typeface="Arial"/>
              </a:rPr>
              <a:t>Sectoral Water Demand Coefficients</a:t>
            </a:r>
          </a:p>
        </p:txBody>
      </p:sp>
      <p:sp>
        <p:nvSpPr>
          <p:cNvPr id="4" name="Content Placeholder 3">
            <a:extLst>
              <a:ext uri="{FF2B5EF4-FFF2-40B4-BE49-F238E27FC236}">
                <a16:creationId xmlns:a16="http://schemas.microsoft.com/office/drawing/2014/main" id="{CC55519A-97C9-72DA-4E59-F4B424051BD2}"/>
              </a:ext>
            </a:extLst>
          </p:cNvPr>
          <p:cNvSpPr>
            <a:spLocks noGrp="1"/>
          </p:cNvSpPr>
          <p:nvPr>
            <p:ph sz="quarter" idx="20"/>
          </p:nvPr>
        </p:nvSpPr>
        <p:spPr/>
        <p:txBody>
          <a:bodyPr lIns="91440" tIns="45720" rIns="91440" bIns="45720" anchor="t"/>
          <a:lstStyle/>
          <a:p>
            <a:r>
              <a:rPr lang="en-US" sz="2400">
                <a:latin typeface="Arial"/>
                <a:cs typeface="Arial"/>
              </a:rPr>
              <a:t>Primary Energy Mining (see </a:t>
            </a:r>
            <a:r>
              <a:rPr lang="en-US" sz="2400">
                <a:latin typeface="Arial"/>
                <a:cs typeface="Arial"/>
                <a:hlinkClick r:id="rId2"/>
              </a:rPr>
              <a:t>Hejazi et al,. 2014</a:t>
            </a:r>
            <a:r>
              <a:rPr lang="en-US" sz="2400">
                <a:latin typeface="Arial"/>
                <a:cs typeface="Arial"/>
              </a:rPr>
              <a:t> for more):</a:t>
            </a:r>
            <a:endParaRPr lang="en-US" sz="2400"/>
          </a:p>
          <a:p>
            <a:pPr lvl="1"/>
            <a:r>
              <a:rPr lang="en-US" sz="2000">
                <a:solidFill>
                  <a:srgbClr val="616265"/>
                </a:solidFill>
                <a:latin typeface="Arial"/>
                <a:cs typeface="Arial"/>
              </a:rPr>
              <a:t>Bottom-up estimates of water demand per unit energy produced for each fuel type. Methodology uses values from Maheu 2009, less the fraction of seawater (Middle East 95%, all other regions 43% (Kenny et al., 2009).</a:t>
            </a:r>
            <a:endParaRPr lang="en-US" sz="2000"/>
          </a:p>
          <a:p>
            <a:pPr lvl="1"/>
            <a:r>
              <a:rPr lang="en-US" sz="2000">
                <a:latin typeface="Arial"/>
                <a:cs typeface="Arial"/>
              </a:rPr>
              <a:t>Withdrawals are found as the consumption coefficient multiplied by an exogenous value of 3.3 (Solley et al., 1998).</a:t>
            </a:r>
          </a:p>
          <a:p>
            <a:r>
              <a:rPr lang="en-US" sz="2400">
                <a:latin typeface="Arial"/>
                <a:cs typeface="Arial"/>
              </a:rPr>
              <a:t>Manufacturing: </a:t>
            </a:r>
          </a:p>
          <a:p>
            <a:r>
              <a:rPr lang="en-US" sz="2000">
                <a:latin typeface="Arial"/>
                <a:cs typeface="Arial"/>
              </a:rPr>
              <a:t>Self-supplied surface and groundwater to industrial manufacturers. Sourced from FAO AQUASTAT. Excludes water for cooling.</a:t>
            </a:r>
            <a:endParaRPr lang="en-US" sz="2000"/>
          </a:p>
          <a:p>
            <a:r>
              <a:rPr lang="en-US" sz="2400">
                <a:latin typeface="Arial"/>
                <a:cs typeface="Arial"/>
              </a:rPr>
              <a:t>Agriculture: </a:t>
            </a:r>
            <a:endParaRPr lang="en-US" sz="2400"/>
          </a:p>
          <a:p>
            <a:pPr lvl="1"/>
            <a:r>
              <a:rPr lang="en-US" sz="2000">
                <a:latin typeface="Arial"/>
                <a:cs typeface="Arial"/>
              </a:rPr>
              <a:t>Green and Blue water footprints are derived from </a:t>
            </a:r>
            <a:r>
              <a:rPr lang="en-US" sz="2000">
                <a:latin typeface="Arial"/>
                <a:cs typeface="Arial"/>
                <a:hlinkClick r:id="rId3"/>
              </a:rPr>
              <a:t>Mekonnen and Hoekstra 2011</a:t>
            </a:r>
            <a:r>
              <a:rPr lang="en-US" sz="2000">
                <a:latin typeface="Arial"/>
                <a:cs typeface="Arial"/>
              </a:rPr>
              <a:t> by crop and region. Additionally, water losses and water use efficiencies in irrigation technologies are assumed to be regionally </a:t>
            </a:r>
            <a:r>
              <a:rPr lang="en-US" sz="2000" err="1">
                <a:latin typeface="Arial"/>
                <a:cs typeface="Arial"/>
              </a:rPr>
              <a:t>heteorgenous</a:t>
            </a:r>
            <a:r>
              <a:rPr lang="en-US" sz="2000">
                <a:latin typeface="Arial"/>
                <a:cs typeface="Arial"/>
              </a:rPr>
              <a:t> and are </a:t>
            </a:r>
            <a:r>
              <a:rPr lang="en-US" sz="2000" err="1">
                <a:latin typeface="Arial"/>
                <a:cs typeface="Arial"/>
              </a:rPr>
              <a:t>dervied</a:t>
            </a:r>
            <a:r>
              <a:rPr lang="en-US" sz="2000">
                <a:latin typeface="Arial"/>
                <a:cs typeface="Arial"/>
              </a:rPr>
              <a:t> from </a:t>
            </a:r>
            <a:r>
              <a:rPr lang="en-US" sz="2000">
                <a:latin typeface="Arial"/>
                <a:cs typeface="Arial"/>
                <a:hlinkClick r:id="rId4"/>
              </a:rPr>
              <a:t>Rohwer et al. 2007</a:t>
            </a:r>
            <a:r>
              <a:rPr lang="en-US" sz="2000">
                <a:latin typeface="Arial"/>
                <a:cs typeface="Arial"/>
              </a:rPr>
              <a:t>. </a:t>
            </a:r>
            <a:endParaRPr lang="en-US" sz="2000"/>
          </a:p>
          <a:p>
            <a:r>
              <a:rPr lang="en-US" sz="2400">
                <a:latin typeface="Arial"/>
                <a:cs typeface="Arial"/>
              </a:rPr>
              <a:t>Livestock: </a:t>
            </a:r>
            <a:endParaRPr lang="en-US" sz="2400"/>
          </a:p>
          <a:p>
            <a:pPr lvl="1"/>
            <a:r>
              <a:rPr lang="en-US" sz="2000">
                <a:latin typeface="Arial"/>
                <a:cs typeface="Arial"/>
              </a:rPr>
              <a:t>No distinction between withdrawals and consumption. Includes animal drinking water, plus any other water used by the animal production operations. </a:t>
            </a:r>
            <a:r>
              <a:rPr lang="en-US" sz="2000" err="1">
                <a:latin typeface="Arial"/>
                <a:cs typeface="Arial"/>
              </a:rPr>
              <a:t>Dervived</a:t>
            </a:r>
            <a:r>
              <a:rPr lang="en-US" sz="2000">
                <a:latin typeface="Arial"/>
                <a:cs typeface="Arial"/>
              </a:rPr>
              <a:t> from </a:t>
            </a:r>
            <a:r>
              <a:rPr lang="en-US" sz="2000">
                <a:latin typeface="Arial"/>
                <a:cs typeface="Arial"/>
                <a:hlinkClick r:id="rId5"/>
              </a:rPr>
              <a:t>Mekonnen and Hoekstra 2010</a:t>
            </a:r>
            <a:r>
              <a:rPr lang="en-US" sz="2000">
                <a:latin typeface="Arial"/>
                <a:cs typeface="Arial"/>
              </a:rPr>
              <a:t> with animal stocks from FAO</a:t>
            </a:r>
            <a:endParaRPr lang="en-US" sz="2000"/>
          </a:p>
        </p:txBody>
      </p:sp>
    </p:spTree>
    <p:extLst>
      <p:ext uri="{BB962C8B-B14F-4D97-AF65-F5344CB8AC3E}">
        <p14:creationId xmlns:p14="http://schemas.microsoft.com/office/powerpoint/2010/main" val="91372494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0134B0-C30E-56E5-2830-66F431433A94}"/>
              </a:ext>
            </a:extLst>
          </p:cNvPr>
          <p:cNvSpPr>
            <a:spLocks noGrp="1"/>
          </p:cNvSpPr>
          <p:nvPr>
            <p:ph type="sldNum" sz="quarter" idx="12"/>
          </p:nvPr>
        </p:nvSpPr>
        <p:spPr/>
        <p:txBody>
          <a:bodyPr/>
          <a:lstStyle/>
          <a:p>
            <a:fld id="{FE7A4BB3-E848-5A44-82DF-322201952CD8}" type="slidenum">
              <a:rPr lang="en-US" smtClean="0"/>
              <a:pPr/>
              <a:t>56</a:t>
            </a:fld>
            <a:endParaRPr lang="en-US"/>
          </a:p>
        </p:txBody>
      </p:sp>
      <p:sp>
        <p:nvSpPr>
          <p:cNvPr id="3" name="Title 2">
            <a:extLst>
              <a:ext uri="{FF2B5EF4-FFF2-40B4-BE49-F238E27FC236}">
                <a16:creationId xmlns:a16="http://schemas.microsoft.com/office/drawing/2014/main" id="{459C0A16-D22B-AC17-9EF5-9C8BA876001A}"/>
              </a:ext>
            </a:extLst>
          </p:cNvPr>
          <p:cNvSpPr>
            <a:spLocks noGrp="1"/>
          </p:cNvSpPr>
          <p:nvPr>
            <p:ph type="title"/>
          </p:nvPr>
        </p:nvSpPr>
        <p:spPr/>
        <p:txBody>
          <a:bodyPr lIns="0" tIns="45720" rIns="91440" bIns="45720" anchor="b"/>
          <a:lstStyle/>
          <a:p>
            <a:r>
              <a:rPr lang="en-US">
                <a:latin typeface="Arial"/>
                <a:cs typeface="Arial"/>
              </a:rPr>
              <a:t>Recent Water Demand Results</a:t>
            </a:r>
            <a:endParaRPr lang="en-US"/>
          </a:p>
        </p:txBody>
      </p:sp>
      <p:pic>
        <p:nvPicPr>
          <p:cNvPr id="4" name="Picture 3">
            <a:extLst>
              <a:ext uri="{FF2B5EF4-FFF2-40B4-BE49-F238E27FC236}">
                <a16:creationId xmlns:a16="http://schemas.microsoft.com/office/drawing/2014/main" id="{9F14BCAE-BBB0-BF60-5735-B17E13A390BC}"/>
              </a:ext>
            </a:extLst>
          </p:cNvPr>
          <p:cNvPicPr>
            <a:picLocks noChangeAspect="1"/>
          </p:cNvPicPr>
          <p:nvPr/>
        </p:nvPicPr>
        <p:blipFill>
          <a:blip r:embed="rId2"/>
          <a:srcRect l="5926" t="13131" r="75555" b="56364"/>
          <a:stretch>
            <a:fillRect/>
          </a:stretch>
        </p:blipFill>
        <p:spPr>
          <a:xfrm>
            <a:off x="4094018" y="1579419"/>
            <a:ext cx="5228716" cy="5619408"/>
          </a:xfrm>
          <a:prstGeom prst="rect">
            <a:avLst/>
          </a:prstGeom>
        </p:spPr>
      </p:pic>
      <p:pic>
        <p:nvPicPr>
          <p:cNvPr id="6" name="Picture 5">
            <a:extLst>
              <a:ext uri="{FF2B5EF4-FFF2-40B4-BE49-F238E27FC236}">
                <a16:creationId xmlns:a16="http://schemas.microsoft.com/office/drawing/2014/main" id="{C0CB1641-B1CD-6796-5D0C-04DF67B5948A}"/>
              </a:ext>
            </a:extLst>
          </p:cNvPr>
          <p:cNvPicPr>
            <a:picLocks noChangeAspect="1"/>
          </p:cNvPicPr>
          <p:nvPr/>
        </p:nvPicPr>
        <p:blipFill>
          <a:blip r:embed="rId2"/>
          <a:srcRect t="13737" r="93880" b="15151"/>
          <a:stretch>
            <a:fillRect/>
          </a:stretch>
        </p:blipFill>
        <p:spPr>
          <a:xfrm>
            <a:off x="2905298" y="1729047"/>
            <a:ext cx="755429" cy="5852169"/>
          </a:xfrm>
          <a:prstGeom prst="rect">
            <a:avLst/>
          </a:prstGeom>
        </p:spPr>
      </p:pic>
      <p:pic>
        <p:nvPicPr>
          <p:cNvPr id="7" name="Picture 6">
            <a:extLst>
              <a:ext uri="{FF2B5EF4-FFF2-40B4-BE49-F238E27FC236}">
                <a16:creationId xmlns:a16="http://schemas.microsoft.com/office/drawing/2014/main" id="{8FBE6BC1-9D47-923D-5E02-D9327B07DECC}"/>
              </a:ext>
            </a:extLst>
          </p:cNvPr>
          <p:cNvPicPr>
            <a:picLocks noChangeAspect="1"/>
          </p:cNvPicPr>
          <p:nvPr/>
        </p:nvPicPr>
        <p:blipFill>
          <a:blip r:embed="rId2"/>
          <a:srcRect l="61166" t="25316" b="26869"/>
          <a:stretch>
            <a:fillRect/>
          </a:stretch>
        </p:blipFill>
        <p:spPr>
          <a:xfrm>
            <a:off x="9318454" y="3140178"/>
            <a:ext cx="3342378" cy="2782835"/>
          </a:xfrm>
          <a:prstGeom prst="rect">
            <a:avLst/>
          </a:prstGeom>
        </p:spPr>
      </p:pic>
      <p:pic>
        <p:nvPicPr>
          <p:cNvPr id="9" name="Picture 8">
            <a:extLst>
              <a:ext uri="{FF2B5EF4-FFF2-40B4-BE49-F238E27FC236}">
                <a16:creationId xmlns:a16="http://schemas.microsoft.com/office/drawing/2014/main" id="{D8B4FA2B-30FE-7283-9A3F-ABC017DA2535}"/>
              </a:ext>
            </a:extLst>
          </p:cNvPr>
          <p:cNvPicPr>
            <a:picLocks noChangeAspect="1"/>
          </p:cNvPicPr>
          <p:nvPr/>
        </p:nvPicPr>
        <p:blipFill>
          <a:blip r:embed="rId2"/>
          <a:srcRect l="11044" t="83434" r="74478" b="5606"/>
          <a:stretch>
            <a:fillRect/>
          </a:stretch>
        </p:blipFill>
        <p:spPr>
          <a:xfrm>
            <a:off x="5537453" y="6808124"/>
            <a:ext cx="4094106" cy="1347927"/>
          </a:xfrm>
          <a:prstGeom prst="rect">
            <a:avLst/>
          </a:prstGeom>
        </p:spPr>
      </p:pic>
    </p:spTree>
    <p:extLst>
      <p:ext uri="{BB962C8B-B14F-4D97-AF65-F5344CB8AC3E}">
        <p14:creationId xmlns:p14="http://schemas.microsoft.com/office/powerpoint/2010/main" val="425330134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B4A80B-D170-C250-7EF7-ECAE93A38BE1}"/>
              </a:ext>
            </a:extLst>
          </p:cNvPr>
          <p:cNvSpPr>
            <a:spLocks noGrp="1"/>
          </p:cNvSpPr>
          <p:nvPr>
            <p:ph type="sldNum" sz="quarter" idx="12"/>
          </p:nvPr>
        </p:nvSpPr>
        <p:spPr/>
        <p:txBody>
          <a:bodyPr/>
          <a:lstStyle/>
          <a:p>
            <a:fld id="{FE7A4BB3-E848-5A44-82DF-322201952CD8}" type="slidenum">
              <a:rPr lang="en-US" smtClean="0"/>
              <a:pPr/>
              <a:t>57</a:t>
            </a:fld>
            <a:endParaRPr lang="en-US"/>
          </a:p>
        </p:txBody>
      </p:sp>
      <p:sp>
        <p:nvSpPr>
          <p:cNvPr id="3" name="Title 2">
            <a:extLst>
              <a:ext uri="{FF2B5EF4-FFF2-40B4-BE49-F238E27FC236}">
                <a16:creationId xmlns:a16="http://schemas.microsoft.com/office/drawing/2014/main" id="{BD9A5BF4-E833-5C5E-2E01-F66F700472D5}"/>
              </a:ext>
            </a:extLst>
          </p:cNvPr>
          <p:cNvSpPr>
            <a:spLocks noGrp="1"/>
          </p:cNvSpPr>
          <p:nvPr>
            <p:ph type="title"/>
          </p:nvPr>
        </p:nvSpPr>
        <p:spPr/>
        <p:txBody>
          <a:bodyPr lIns="0" tIns="45720" rIns="91440" bIns="45720" anchor="b"/>
          <a:lstStyle/>
          <a:p>
            <a:r>
              <a:rPr lang="en-US">
                <a:latin typeface="Arial"/>
                <a:cs typeface="Arial"/>
              </a:rPr>
              <a:t>Recent Water Demand Results</a:t>
            </a:r>
            <a:endParaRPr lang="en-US">
              <a:solidFill>
                <a:srgbClr val="D77600"/>
              </a:solidFill>
              <a:latin typeface="Arial"/>
              <a:cs typeface="Arial"/>
            </a:endParaRPr>
          </a:p>
        </p:txBody>
      </p:sp>
      <p:pic>
        <p:nvPicPr>
          <p:cNvPr id="5" name="Picture 4">
            <a:extLst>
              <a:ext uri="{FF2B5EF4-FFF2-40B4-BE49-F238E27FC236}">
                <a16:creationId xmlns:a16="http://schemas.microsoft.com/office/drawing/2014/main" id="{EDB9BF94-4B65-1A2C-3EA8-4AEB82A9CD43}"/>
              </a:ext>
            </a:extLst>
          </p:cNvPr>
          <p:cNvPicPr>
            <a:picLocks noChangeAspect="1"/>
          </p:cNvPicPr>
          <p:nvPr/>
        </p:nvPicPr>
        <p:blipFill>
          <a:blip r:embed="rId2"/>
          <a:stretch>
            <a:fillRect/>
          </a:stretch>
        </p:blipFill>
        <p:spPr>
          <a:xfrm>
            <a:off x="2940217" y="1728035"/>
            <a:ext cx="10113545" cy="6265445"/>
          </a:xfrm>
          <a:prstGeom prst="rect">
            <a:avLst/>
          </a:prstGeom>
        </p:spPr>
      </p:pic>
      <p:sp>
        <p:nvSpPr>
          <p:cNvPr id="7" name="TextBox 6">
            <a:extLst>
              <a:ext uri="{FF2B5EF4-FFF2-40B4-BE49-F238E27FC236}">
                <a16:creationId xmlns:a16="http://schemas.microsoft.com/office/drawing/2014/main" id="{E9147C6E-C1D1-3438-179D-A6C580FC9F40}"/>
              </a:ext>
            </a:extLst>
          </p:cNvPr>
          <p:cNvSpPr txBox="1"/>
          <p:nvPr/>
        </p:nvSpPr>
        <p:spPr>
          <a:xfrm>
            <a:off x="940067" y="7016815"/>
            <a:ext cx="2717532" cy="7555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150">
                <a:cs typeface="Arial"/>
              </a:rPr>
              <a:t>Niazi et al., 2024,</a:t>
            </a:r>
            <a:br>
              <a:rPr lang="en-US" sz="2150">
                <a:cs typeface="Arial"/>
              </a:rPr>
            </a:br>
            <a:r>
              <a:rPr lang="en-US" sz="2150" i="1">
                <a:cs typeface="Arial"/>
              </a:rPr>
              <a:t>Nat. Sus.</a:t>
            </a:r>
            <a:endParaRPr lang="en-US"/>
          </a:p>
        </p:txBody>
      </p:sp>
    </p:spTree>
    <p:extLst>
      <p:ext uri="{BB962C8B-B14F-4D97-AF65-F5344CB8AC3E}">
        <p14:creationId xmlns:p14="http://schemas.microsoft.com/office/powerpoint/2010/main" val="259228885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1C565CF-6258-40F2-BD27-F6DCB1548D07}"/>
              </a:ext>
            </a:extLst>
          </p:cNvPr>
          <p:cNvSpPr>
            <a:spLocks noGrp="1"/>
          </p:cNvSpPr>
          <p:nvPr>
            <p:ph type="ctrTitle"/>
          </p:nvPr>
        </p:nvSpPr>
        <p:spPr/>
        <p:txBody>
          <a:bodyPr/>
          <a:lstStyle/>
          <a:p>
            <a:r>
              <a:rPr lang="en-US">
                <a:latin typeface="Arial"/>
                <a:cs typeface="Arial"/>
              </a:rPr>
              <a:t>Thank you!</a:t>
            </a:r>
            <a:endParaRPr lang="en-US"/>
          </a:p>
        </p:txBody>
      </p:sp>
      <p:sp>
        <p:nvSpPr>
          <p:cNvPr id="2" name="Slide Number Placeholder 1">
            <a:extLst>
              <a:ext uri="{FF2B5EF4-FFF2-40B4-BE49-F238E27FC236}">
                <a16:creationId xmlns:a16="http://schemas.microsoft.com/office/drawing/2014/main" id="{2CB41775-8F25-4973-B822-01AB426DA59C}"/>
              </a:ext>
            </a:extLst>
          </p:cNvPr>
          <p:cNvSpPr>
            <a:spLocks noGrp="1"/>
          </p:cNvSpPr>
          <p:nvPr>
            <p:ph type="sldNum" sz="quarter" idx="4294967295"/>
          </p:nvPr>
        </p:nvSpPr>
        <p:spPr>
          <a:xfrm>
            <a:off x="14176375" y="7772400"/>
            <a:ext cx="454025" cy="457200"/>
          </a:xfrm>
          <a:prstGeom prst="rect">
            <a:avLst/>
          </a:prstGeom>
        </p:spPr>
        <p:txBody>
          <a:bodyPr/>
          <a:lstStyle/>
          <a:p>
            <a:fld id="{FE7A4BB3-E848-5A44-82DF-322201952CD8}" type="slidenum">
              <a:rPr lang="en-US" smtClean="0"/>
              <a:pPr/>
              <a:t>58</a:t>
            </a:fld>
            <a:endParaRPr lang="en-US"/>
          </a:p>
        </p:txBody>
      </p:sp>
      <p:sp>
        <p:nvSpPr>
          <p:cNvPr id="4" name="TextBox 3">
            <a:extLst>
              <a:ext uri="{FF2B5EF4-FFF2-40B4-BE49-F238E27FC236}">
                <a16:creationId xmlns:a16="http://schemas.microsoft.com/office/drawing/2014/main" id="{962C4337-C66E-608C-697A-48F1BBFB5894}"/>
              </a:ext>
            </a:extLst>
          </p:cNvPr>
          <p:cNvSpPr txBox="1"/>
          <p:nvPr/>
        </p:nvSpPr>
        <p:spPr>
          <a:xfrm>
            <a:off x="1192695" y="4723074"/>
            <a:ext cx="4850295" cy="24083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150">
                <a:cs typeface="Arial"/>
                <a:hlinkClick r:id="rId2"/>
              </a:rPr>
              <a:t>Gokul.Iyer@pnnl.gov</a:t>
            </a:r>
            <a:br>
              <a:rPr lang="en-US" sz="2150">
                <a:cs typeface="Arial"/>
              </a:rPr>
            </a:br>
            <a:r>
              <a:rPr lang="en-US" sz="2150">
                <a:cs typeface="Arial"/>
                <a:hlinkClick r:id="rId3"/>
              </a:rPr>
              <a:t>Xin.Zhao@pnnl.gov</a:t>
            </a:r>
            <a:br>
              <a:rPr lang="en-US" sz="2150">
                <a:cs typeface="Arial"/>
              </a:rPr>
            </a:br>
            <a:r>
              <a:rPr lang="en-US" sz="2150">
                <a:cs typeface="Arial"/>
                <a:hlinkClick r:id="rId4"/>
              </a:rPr>
              <a:t>Neal.Graham@pnnl.gov</a:t>
            </a:r>
            <a:br>
              <a:rPr lang="en-US" sz="2150">
                <a:cs typeface="Arial"/>
              </a:rPr>
            </a:br>
            <a:br>
              <a:rPr lang="en-US" sz="2150">
                <a:cs typeface="Arial"/>
              </a:rPr>
            </a:br>
            <a:r>
              <a:rPr lang="en-US" sz="2150">
                <a:ea typeface="+mn-lt"/>
                <a:cs typeface="+mn-lt"/>
                <a:hlinkClick r:id="rId5"/>
              </a:rPr>
              <a:t>https://jgcri.github.io/gcam_training/gcam.html</a:t>
            </a:r>
            <a:br>
              <a:rPr lang="en-US" sz="2150">
                <a:ea typeface="+mn-lt"/>
                <a:cs typeface="+mn-lt"/>
              </a:rPr>
            </a:br>
            <a:endParaRPr lang="en-US" sz="2150">
              <a:cs typeface="Arial"/>
            </a:endParaRPr>
          </a:p>
        </p:txBody>
      </p:sp>
    </p:spTree>
    <p:extLst>
      <p:ext uri="{BB962C8B-B14F-4D97-AF65-F5344CB8AC3E}">
        <p14:creationId xmlns:p14="http://schemas.microsoft.com/office/powerpoint/2010/main" val="126722857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7EBA5-632E-3343-BD3F-CB4DC947322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2F75896-A34A-76D5-6E3F-47BCB0AD7024}"/>
              </a:ext>
            </a:extLst>
          </p:cNvPr>
          <p:cNvSpPr>
            <a:spLocks noGrp="1"/>
          </p:cNvSpPr>
          <p:nvPr>
            <p:ph type="sldNum" sz="quarter" idx="12"/>
          </p:nvPr>
        </p:nvSpPr>
        <p:spPr/>
        <p:txBody>
          <a:bodyPr/>
          <a:lstStyle/>
          <a:p>
            <a:fld id="{FE7A4BB3-E848-5A44-82DF-322201952CD8}" type="slidenum">
              <a:rPr lang="en-US" smtClean="0"/>
              <a:pPr/>
              <a:t>59</a:t>
            </a:fld>
            <a:endParaRPr lang="en-US"/>
          </a:p>
        </p:txBody>
      </p:sp>
      <p:sp>
        <p:nvSpPr>
          <p:cNvPr id="7" name="Title 6">
            <a:extLst>
              <a:ext uri="{FF2B5EF4-FFF2-40B4-BE49-F238E27FC236}">
                <a16:creationId xmlns:a16="http://schemas.microsoft.com/office/drawing/2014/main" id="{EC5E11C2-6B5B-BA1F-4105-9F6544947AD1}"/>
              </a:ext>
            </a:extLst>
          </p:cNvPr>
          <p:cNvSpPr>
            <a:spLocks noGrp="1"/>
          </p:cNvSpPr>
          <p:nvPr>
            <p:ph type="title"/>
          </p:nvPr>
        </p:nvSpPr>
        <p:spPr>
          <a:xfrm>
            <a:off x="3200400" y="270934"/>
            <a:ext cx="10972800" cy="1163012"/>
          </a:xfrm>
        </p:spPr>
        <p:txBody>
          <a:bodyPr lIns="0" tIns="45720" rIns="91440" bIns="45720" anchor="b"/>
          <a:lstStyle/>
          <a:p>
            <a:r>
              <a:rPr lang="en-US">
                <a:latin typeface="Arial"/>
                <a:cs typeface="Arial"/>
              </a:rPr>
              <a:t>GCAM Renewable Integration</a:t>
            </a:r>
            <a:endParaRPr lang="en-US"/>
          </a:p>
        </p:txBody>
      </p:sp>
      <p:sp>
        <p:nvSpPr>
          <p:cNvPr id="8" name="Content Placeholder 7">
            <a:extLst>
              <a:ext uri="{FF2B5EF4-FFF2-40B4-BE49-F238E27FC236}">
                <a16:creationId xmlns:a16="http://schemas.microsoft.com/office/drawing/2014/main" id="{D8A36EC3-BB3C-DA3B-8EE5-45D693C11B4F}"/>
              </a:ext>
            </a:extLst>
          </p:cNvPr>
          <p:cNvSpPr>
            <a:spLocks noGrp="1"/>
          </p:cNvSpPr>
          <p:nvPr>
            <p:ph sz="quarter" idx="20"/>
          </p:nvPr>
        </p:nvSpPr>
        <p:spPr>
          <a:xfrm>
            <a:off x="1025266" y="1652154"/>
            <a:ext cx="7568888" cy="6577446"/>
          </a:xfrm>
        </p:spPr>
        <p:txBody>
          <a:bodyPr/>
          <a:lstStyle/>
          <a:p>
            <a:r>
              <a:rPr lang="en-US" sz="1800"/>
              <a:t>We have updated our approach to modeling renewable intermittency that considers the economic value that technologies provide toward the various spatiotemporal electricity system requirements, including energy, firm capacity, and operating reserves</a:t>
            </a:r>
          </a:p>
          <a:p>
            <a:r>
              <a:rPr lang="en-US" sz="1800"/>
              <a:t>The approach uses the profitability-adjusted LCOE (PLCOE) to reflect technology competition and the changing relative value of variable renewable energy (VRE) generation at different levels of market share</a:t>
            </a:r>
          </a:p>
          <a:p>
            <a:r>
              <a:rPr lang="en-US" sz="1800"/>
              <a:t>PLCOE is equal to a technology’s LCOE divided by its value factor (VF), where VF is defined as a technology’s total value per unit of generated electricity divided by the average system electricity price</a:t>
            </a:r>
          </a:p>
          <a:p>
            <a:r>
              <a:rPr lang="en-US" sz="1800"/>
              <a:t>From another perspective, a technology’s PLCOE is equal to the LCOE of a hypothetical “average value” technology (with total value per unit electricity equal to the average system electricity price)</a:t>
            </a:r>
          </a:p>
          <a:p>
            <a:r>
              <a:rPr lang="en-US" sz="1800"/>
              <a:t>Value factors for wind and solar technologies (without on-site storage) are parameterized as a linear function of market share within each GCAM region, based on recently published work with the Regional Electricity Deployment System (</a:t>
            </a:r>
            <a:r>
              <a:rPr lang="en-US" sz="1800" err="1"/>
              <a:t>ReEDS</a:t>
            </a:r>
            <a:r>
              <a:rPr lang="en-US" sz="1800"/>
              <a:t>) model </a:t>
            </a:r>
          </a:p>
          <a:p>
            <a:r>
              <a:rPr lang="en-US" sz="1800"/>
              <a:t>The additive intermittency cost for VRE technologies is equal to (LCOE/VF - LCOE), which increases exponentially with market share because the VF relationship is assumed to be a linear function of market share </a:t>
            </a:r>
          </a:p>
        </p:txBody>
      </p:sp>
      <p:pic>
        <p:nvPicPr>
          <p:cNvPr id="2" name="Picture 1">
            <a:extLst>
              <a:ext uri="{FF2B5EF4-FFF2-40B4-BE49-F238E27FC236}">
                <a16:creationId xmlns:a16="http://schemas.microsoft.com/office/drawing/2014/main" id="{F8C7F0FB-847C-AF89-55E2-59B603DA5DA7}"/>
              </a:ext>
            </a:extLst>
          </p:cNvPr>
          <p:cNvPicPr>
            <a:picLocks noChangeAspect="1"/>
          </p:cNvPicPr>
          <p:nvPr/>
        </p:nvPicPr>
        <p:blipFill>
          <a:blip r:embed="rId2"/>
          <a:stretch>
            <a:fillRect/>
          </a:stretch>
        </p:blipFill>
        <p:spPr>
          <a:xfrm>
            <a:off x="8594154" y="2560320"/>
            <a:ext cx="6076885" cy="4053840"/>
          </a:xfrm>
          <a:prstGeom prst="rect">
            <a:avLst/>
          </a:prstGeom>
        </p:spPr>
      </p:pic>
    </p:spTree>
    <p:extLst>
      <p:ext uri="{BB962C8B-B14F-4D97-AF65-F5344CB8AC3E}">
        <p14:creationId xmlns:p14="http://schemas.microsoft.com/office/powerpoint/2010/main" val="149959481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EDC016-FBC3-8B8B-7ACB-70ED55B3B255}"/>
              </a:ext>
            </a:extLst>
          </p:cNvPr>
          <p:cNvSpPr>
            <a:spLocks noGrp="1"/>
          </p:cNvSpPr>
          <p:nvPr>
            <p:ph type="sldNum" sz="quarter" idx="12"/>
          </p:nvPr>
        </p:nvSpPr>
        <p:spPr/>
        <p:txBody>
          <a:bodyPr/>
          <a:lstStyle/>
          <a:p>
            <a:fld id="{FE7A4BB3-E848-5A44-82DF-322201952CD8}" type="slidenum">
              <a:rPr lang="en-US" smtClean="0"/>
              <a:pPr/>
              <a:t>60</a:t>
            </a:fld>
            <a:endParaRPr lang="en-US"/>
          </a:p>
        </p:txBody>
      </p:sp>
      <p:sp>
        <p:nvSpPr>
          <p:cNvPr id="3" name="Title 2">
            <a:extLst>
              <a:ext uri="{FF2B5EF4-FFF2-40B4-BE49-F238E27FC236}">
                <a16:creationId xmlns:a16="http://schemas.microsoft.com/office/drawing/2014/main" id="{A868DE75-C5B3-3C23-96DD-C591345CC8CE}"/>
              </a:ext>
            </a:extLst>
          </p:cNvPr>
          <p:cNvSpPr>
            <a:spLocks noGrp="1"/>
          </p:cNvSpPr>
          <p:nvPr>
            <p:ph type="title"/>
          </p:nvPr>
        </p:nvSpPr>
        <p:spPr/>
        <p:txBody>
          <a:bodyPr lIns="0" tIns="45720" rIns="91440" bIns="45720" anchor="b"/>
          <a:lstStyle/>
          <a:p>
            <a:r>
              <a:rPr lang="en-US">
                <a:latin typeface="Arial"/>
                <a:cs typeface="Arial"/>
              </a:rPr>
              <a:t>GCAM results from Reference:</a:t>
            </a:r>
            <a:br>
              <a:rPr lang="en-US"/>
            </a:br>
            <a:r>
              <a:rPr lang="en-US">
                <a:latin typeface="Arial"/>
                <a:cs typeface="Arial"/>
              </a:rPr>
              <a:t>Industrial final energy</a:t>
            </a:r>
          </a:p>
        </p:txBody>
      </p:sp>
      <p:pic>
        <p:nvPicPr>
          <p:cNvPr id="4" name="Picture 3">
            <a:extLst>
              <a:ext uri="{FF2B5EF4-FFF2-40B4-BE49-F238E27FC236}">
                <a16:creationId xmlns:a16="http://schemas.microsoft.com/office/drawing/2014/main" id="{56C92C93-3E52-9E93-EF8A-48115C630C0C}"/>
              </a:ext>
            </a:extLst>
          </p:cNvPr>
          <p:cNvPicPr>
            <a:picLocks noChangeAspect="1"/>
          </p:cNvPicPr>
          <p:nvPr/>
        </p:nvPicPr>
        <p:blipFill>
          <a:blip r:embed="rId2"/>
          <a:srcRect r="54380"/>
          <a:stretch>
            <a:fillRect/>
          </a:stretch>
        </p:blipFill>
        <p:spPr>
          <a:xfrm>
            <a:off x="3196805" y="1901913"/>
            <a:ext cx="5845496" cy="5694891"/>
          </a:xfrm>
          <a:prstGeom prst="rect">
            <a:avLst/>
          </a:prstGeom>
        </p:spPr>
      </p:pic>
      <p:pic>
        <p:nvPicPr>
          <p:cNvPr id="5" name="Picture 4">
            <a:extLst>
              <a:ext uri="{FF2B5EF4-FFF2-40B4-BE49-F238E27FC236}">
                <a16:creationId xmlns:a16="http://schemas.microsoft.com/office/drawing/2014/main" id="{C2ECFD96-4FE1-DBFF-5557-A2D3D2C6C471}"/>
              </a:ext>
            </a:extLst>
          </p:cNvPr>
          <p:cNvPicPr>
            <a:picLocks noChangeAspect="1"/>
          </p:cNvPicPr>
          <p:nvPr/>
        </p:nvPicPr>
        <p:blipFill>
          <a:blip r:embed="rId2"/>
          <a:srcRect l="85399" t="-168" r="344"/>
          <a:stretch>
            <a:fillRect/>
          </a:stretch>
        </p:blipFill>
        <p:spPr>
          <a:xfrm>
            <a:off x="9040652" y="1892373"/>
            <a:ext cx="1826886" cy="5704435"/>
          </a:xfrm>
          <a:prstGeom prst="rect">
            <a:avLst/>
          </a:prstGeom>
        </p:spPr>
      </p:pic>
    </p:spTree>
    <p:extLst>
      <p:ext uri="{BB962C8B-B14F-4D97-AF65-F5344CB8AC3E}">
        <p14:creationId xmlns:p14="http://schemas.microsoft.com/office/powerpoint/2010/main" val="177036971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EDC016-FBC3-8B8B-7ACB-70ED55B3B255}"/>
              </a:ext>
            </a:extLst>
          </p:cNvPr>
          <p:cNvSpPr>
            <a:spLocks noGrp="1"/>
          </p:cNvSpPr>
          <p:nvPr>
            <p:ph type="sldNum" sz="quarter" idx="12"/>
          </p:nvPr>
        </p:nvSpPr>
        <p:spPr/>
        <p:txBody>
          <a:bodyPr/>
          <a:lstStyle/>
          <a:p>
            <a:fld id="{FE7A4BB3-E848-5A44-82DF-322201952CD8}" type="slidenum">
              <a:rPr lang="en-US" smtClean="0"/>
              <a:pPr/>
              <a:t>61</a:t>
            </a:fld>
            <a:endParaRPr lang="en-US"/>
          </a:p>
        </p:txBody>
      </p:sp>
      <p:sp>
        <p:nvSpPr>
          <p:cNvPr id="3" name="Title 2">
            <a:extLst>
              <a:ext uri="{FF2B5EF4-FFF2-40B4-BE49-F238E27FC236}">
                <a16:creationId xmlns:a16="http://schemas.microsoft.com/office/drawing/2014/main" id="{A868DE75-C5B3-3C23-96DD-C591345CC8CE}"/>
              </a:ext>
            </a:extLst>
          </p:cNvPr>
          <p:cNvSpPr>
            <a:spLocks noGrp="1"/>
          </p:cNvSpPr>
          <p:nvPr>
            <p:ph type="title"/>
          </p:nvPr>
        </p:nvSpPr>
        <p:spPr/>
        <p:txBody>
          <a:bodyPr lIns="0" tIns="45720" rIns="91440" bIns="45720" anchor="b"/>
          <a:lstStyle/>
          <a:p>
            <a:r>
              <a:rPr lang="en-US">
                <a:latin typeface="Arial"/>
                <a:cs typeface="Arial"/>
              </a:rPr>
              <a:t>GCAM results from Reference: </a:t>
            </a:r>
            <a:br>
              <a:rPr lang="en-US"/>
            </a:br>
            <a:r>
              <a:rPr lang="en-US">
                <a:latin typeface="Arial"/>
                <a:cs typeface="Arial"/>
              </a:rPr>
              <a:t>Buildings final energy</a:t>
            </a:r>
          </a:p>
        </p:txBody>
      </p:sp>
      <p:pic>
        <p:nvPicPr>
          <p:cNvPr id="5" name="Picture 4">
            <a:extLst>
              <a:ext uri="{FF2B5EF4-FFF2-40B4-BE49-F238E27FC236}">
                <a16:creationId xmlns:a16="http://schemas.microsoft.com/office/drawing/2014/main" id="{0918CBB5-9501-D386-1F6F-43E1B691A8CB}"/>
              </a:ext>
            </a:extLst>
          </p:cNvPr>
          <p:cNvPicPr>
            <a:picLocks noChangeAspect="1"/>
          </p:cNvPicPr>
          <p:nvPr/>
        </p:nvPicPr>
        <p:blipFill>
          <a:blip r:embed="rId2"/>
          <a:srcRect r="56587"/>
          <a:stretch>
            <a:fillRect/>
          </a:stretch>
        </p:blipFill>
        <p:spPr>
          <a:xfrm>
            <a:off x="3537629" y="1802161"/>
            <a:ext cx="5562778" cy="5694890"/>
          </a:xfrm>
          <a:prstGeom prst="rect">
            <a:avLst/>
          </a:prstGeom>
        </p:spPr>
      </p:pic>
      <p:pic>
        <p:nvPicPr>
          <p:cNvPr id="4" name="Picture 3">
            <a:extLst>
              <a:ext uri="{FF2B5EF4-FFF2-40B4-BE49-F238E27FC236}">
                <a16:creationId xmlns:a16="http://schemas.microsoft.com/office/drawing/2014/main" id="{A49C7A8A-9D49-E397-C732-183C88975383}"/>
              </a:ext>
            </a:extLst>
          </p:cNvPr>
          <p:cNvPicPr>
            <a:picLocks noChangeAspect="1"/>
          </p:cNvPicPr>
          <p:nvPr/>
        </p:nvPicPr>
        <p:blipFill>
          <a:blip r:embed="rId2"/>
          <a:srcRect l="81116" t="-168" r="344"/>
          <a:stretch>
            <a:fillRect/>
          </a:stretch>
        </p:blipFill>
        <p:spPr>
          <a:xfrm>
            <a:off x="9098844" y="1800934"/>
            <a:ext cx="2375676" cy="5704434"/>
          </a:xfrm>
          <a:prstGeom prst="rect">
            <a:avLst/>
          </a:prstGeom>
        </p:spPr>
      </p:pic>
    </p:spTree>
    <p:extLst>
      <p:ext uri="{BB962C8B-B14F-4D97-AF65-F5344CB8AC3E}">
        <p14:creationId xmlns:p14="http://schemas.microsoft.com/office/powerpoint/2010/main" val="104036930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heme/theme1.xml><?xml version="1.0" encoding="utf-8"?>
<a:theme xmlns:a="http://schemas.openxmlformats.org/drawingml/2006/main" name="PNNL_Option_4">
  <a:themeElements>
    <a:clrScheme name="PNNL">
      <a:dk1>
        <a:srgbClr val="616265"/>
      </a:dk1>
      <a:lt1>
        <a:srgbClr val="FFFFFF"/>
      </a:lt1>
      <a:dk2>
        <a:srgbClr val="D77600"/>
      </a:dk2>
      <a:lt2>
        <a:srgbClr val="B3B3B3"/>
      </a:lt2>
      <a:accent1>
        <a:srgbClr val="A63F1E"/>
      </a:accent1>
      <a:accent2>
        <a:srgbClr val="191C1F"/>
      </a:accent2>
      <a:accent3>
        <a:srgbClr val="F4AA00"/>
      </a:accent3>
      <a:accent4>
        <a:srgbClr val="007836"/>
      </a:accent4>
      <a:accent5>
        <a:srgbClr val="C10435"/>
      </a:accent5>
      <a:accent6>
        <a:srgbClr val="00338E"/>
      </a:accent6>
      <a:hlink>
        <a:srgbClr val="003698"/>
      </a:hlink>
      <a:folHlink>
        <a:srgbClr val="8A0752"/>
      </a:folHlink>
    </a:clrScheme>
    <a:fontScheme name="PNNL_Arial">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NNL_09.potx" id="{B8E5E1D6-484E-4E18-B366-2465010C1150}" vid="{D02451A5-06EE-4263-9DB9-0254920C5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PNNL_Option_4</Template>
  <Application>Microsoft Office PowerPoint</Application>
  <PresentationFormat>Custom</PresentationFormat>
  <Slides>61</Slides>
  <Notes>10</Notes>
  <HiddenSlides>1</HiddenSlide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PNNL_Option_4</vt:lpstr>
      <vt:lpstr>GCAM Sectoral Modeling  Overview</vt:lpstr>
      <vt:lpstr> Session Outline</vt:lpstr>
      <vt:lpstr>GCAM explores the interactions among multiple human and Earth systems</vt:lpstr>
      <vt:lpstr>GCAM Scope and Coverage</vt:lpstr>
      <vt:lpstr>GCAM Modeling Approach: Economic Equilibrium with Physical Detail</vt:lpstr>
      <vt:lpstr>Logit Choice Mechanism for Economic Decisions </vt:lpstr>
      <vt:lpstr>Regional Teleconnections and Economic Trade</vt:lpstr>
      <vt:lpstr>GCAM Results are a function of scenario input assumptions </vt:lpstr>
      <vt:lpstr>GCAM Results are a function of scenario input assumptions </vt:lpstr>
      <vt:lpstr>What’s inside the GCAM?</vt:lpstr>
      <vt:lpstr>Socioeconomic drivers</vt:lpstr>
      <vt:lpstr>GCAM Energy Sector Modeling</vt:lpstr>
      <vt:lpstr>GCAM Energy System</vt:lpstr>
      <vt:lpstr>GCAM Fossil Resources:  Resource-Reserve model</vt:lpstr>
      <vt:lpstr>GCAM Natural Gas Pipeline and LNG Trade</vt:lpstr>
      <vt:lpstr>GCAM Renewable Resources</vt:lpstr>
      <vt:lpstr>GCAM Electricity Generation</vt:lpstr>
      <vt:lpstr>GCAM Hydrogen</vt:lpstr>
      <vt:lpstr>GCAM Industrial Sector</vt:lpstr>
      <vt:lpstr>GCAM Iron and Steel Technologies</vt:lpstr>
      <vt:lpstr>GCAM Transportation</vt:lpstr>
      <vt:lpstr>GCAM Buildings</vt:lpstr>
      <vt:lpstr>GCAM Integration of systems </vt:lpstr>
      <vt:lpstr>GCAM results from Reference:  Electricity Generation</vt:lpstr>
      <vt:lpstr>GCAM results from Reference:  Transportation final energy</vt:lpstr>
      <vt:lpstr>GCAM Agriculture and Land Use Modeling</vt:lpstr>
      <vt:lpstr>GCAM Land Use Regions</vt:lpstr>
      <vt:lpstr>GCAM Land Use Categories (within each land use region)</vt:lpstr>
      <vt:lpstr>World harvested area</vt:lpstr>
      <vt:lpstr>Economic Competition for Irrigation and Intensification</vt:lpstr>
      <vt:lpstr>GCAM reference projections (by 2100)  Land allocation</vt:lpstr>
      <vt:lpstr>GCAM reference projections (by 2100)  Land allocation and agricultural market </vt:lpstr>
      <vt:lpstr>Food demand</vt:lpstr>
      <vt:lpstr>World food availability (dietary energy supply) Mean = 7770 Peta-Kcal; 2900 Kcal/ca/d</vt:lpstr>
      <vt:lpstr>PowerPoint Presentation</vt:lpstr>
      <vt:lpstr>The Agricultural System: Calibration</vt:lpstr>
      <vt:lpstr>PowerPoint Presentation</vt:lpstr>
      <vt:lpstr>PowerPoint Presentation</vt:lpstr>
      <vt:lpstr>PowerPoint Presentation</vt:lpstr>
      <vt:lpstr>Land Use Change and Agricultural Emissions</vt:lpstr>
      <vt:lpstr>Examples of some relevant questions</vt:lpstr>
      <vt:lpstr>GCAM Water Sector Modeling</vt:lpstr>
      <vt:lpstr>What’s inside the GCAM?</vt:lpstr>
      <vt:lpstr>PowerPoint Presentation</vt:lpstr>
      <vt:lpstr>Water Supply in GCAM</vt:lpstr>
      <vt:lpstr>PowerPoint Presentation</vt:lpstr>
      <vt:lpstr>Surface Water Supply and Cost Curves in GCAM</vt:lpstr>
      <vt:lpstr>Groundwater Supply and Cost Curves in GCAM</vt:lpstr>
      <vt:lpstr>Surface Water and Groundwater Price Interaction</vt:lpstr>
      <vt:lpstr>PowerPoint Presentation</vt:lpstr>
      <vt:lpstr>Water Demand in GCAM</vt:lpstr>
      <vt:lpstr>Understanding the Types Water Demand in GCAM</vt:lpstr>
      <vt:lpstr>Sectoral Water Demands in GCAM</vt:lpstr>
      <vt:lpstr>Sectoral Water Demand Coefficients</vt:lpstr>
      <vt:lpstr>Sectoral Water Demand Coefficients</vt:lpstr>
      <vt:lpstr>Recent Water Demand Results</vt:lpstr>
      <vt:lpstr>Recent Water Demand Results</vt:lpstr>
      <vt:lpstr>Thank you!</vt:lpstr>
      <vt:lpstr>GCAM Renewable Integration</vt:lpstr>
      <vt:lpstr>GCAM results from Reference: Industrial final energy</vt:lpstr>
      <vt:lpstr>GCAM results from Reference:  Buildings final energy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GCAM Quarterly Update</dc:title>
  <dc:creator>Calvin, Katherine V</dc:creator>
  <cp:revision>1</cp:revision>
  <dcterms:created xsi:type="dcterms:W3CDTF">2020-11-11T21:41:18Z</dcterms:created>
  <dcterms:modified xsi:type="dcterms:W3CDTF">2025-06-03T17:04:06Z</dcterms:modified>
</cp:coreProperties>
</file>